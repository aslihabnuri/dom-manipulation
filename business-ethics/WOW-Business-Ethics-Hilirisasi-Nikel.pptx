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5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EVALUATING</a:t>
            </a:r>
            <a:endParaRPr lang="en-US" sz="5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5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BUSINESS ETHICS</a:t>
            </a:r>
            <a:endParaRPr lang="en-US" sz="58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SISTEMATIKA PEMBAHASAN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KERANGKA PENILAIAN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37033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360920" y="2432304"/>
            <a:ext cx="432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HILIRISASI NIKEL INDONESIA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7360920" y="2834640"/>
            <a:ext cx="432511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60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836408" y="3054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7360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836408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836408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360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836408" y="4480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7360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836408" y="4956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360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836408" y="5431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Simpulan dan implikasi manajerial</a:t>
            </a:r>
            <a:endParaRPr lang="en-US" sz="1150" dirty="0"/>
          </a:p>
        </p:txBody>
      </p:sp>
      <p:pic>
        <p:nvPicPr>
          <p:cNvPr id="39" name="Image 1" descr="assets/cut/a2-po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980944"/>
            <a:ext cx="2834640" cy="2345373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MENGAPA TEORI NORMATIF DIPERLUKAN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yang telah dimiliki mengenai benar dan salah.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19088" y="3675888"/>
            <a:ext cx="676656" cy="585216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1" name="Text 17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 rot="480000">
            <a:off x="8997696" y="4023360"/>
            <a:ext cx="676656" cy="566928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6" name="Text 22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ABSOLUTISME, RELATIVISME, PLURALISME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Ada prinsip moral yang universal dan abadi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Moralitas bergantung konteks dan subjektif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Nilai yang bertentangan dapat sama sahnya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SEMBILAN TEORI ETIKA NORMATIF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MODERNIS BARAT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TEORI ALTERNATIF</a:t>
            </a:r>
            <a:endParaRPr lang="en-US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720000">
            <a:off x="5888736" y="4334256"/>
            <a:ext cx="1783080" cy="18745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5-s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443984"/>
            <a:ext cx="1531915" cy="1773936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KEPENTINGAN DIRI: ETHICAL EGOISM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ETHICAL EGOISM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HASIL: UTILITARIANISM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KEWAJIBAN: IMMANUEL KANT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1D1B8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ETIKA HAK DAN HAK ASASI MANUSIA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HUMAN RIGHTS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KEADILAN: RAWLS DAN KONTRAK SOSIAL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ENAM KETERBATASAN TEORI MODERNIS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ABSTRAKSI BERLEBIH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B8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REDUKSIONISME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OBJEKTIVISME ELITIS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B8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IMPERSONALITAS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RASIONALISME TERKODIFIKASI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B8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0" b="1" spc="4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IMPERIALISME KULTURAL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 DAN ETHIC OF CARE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21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DAN POSTMODERN ETHICS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8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21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SEMBILAN PERTANYAAN PENILAIAN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ANATOMI KEBIJAKAN HILIRISASI NIKEL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DUA NARASI ATAS FAKTA YANG SAMA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40 miliar dolar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41,5 miliar dolar</a:t>
            </a:r>
            <a:endParaRPr lang="en-US" sz="21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166 ribu pekerja</a:t>
            </a:r>
            <a:endParaRPr lang="en-US" sz="21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Pemasok terbesar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 sampai 3,6 juta</a:t>
            </a:r>
            <a:endParaRPr lang="en-US" sz="21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107 pekerja meninggal</a:t>
            </a:r>
            <a:endParaRPr lang="en-US" sz="21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163 ribu hektare</a:t>
            </a:r>
            <a:endParaRPr lang="en-US" sz="21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1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4,35 persen</a:t>
            </a:r>
            <a:endParaRPr lang="en-US" sz="21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PENILAIAN LIMA TEORI MODERNIS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PENILAIAN EMPAT TEORI ALTERNATIF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VIRTUE ETHICS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12105E"/>
          </a:solidFill>
          <a:ln w="12700">
            <a:solidFill>
              <a:srgbClr val="12105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ETHIC OF CARE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12105E"/>
          </a:solidFill>
          <a:ln w="12700">
            <a:solidFill>
              <a:srgbClr val="12105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DISCOURSE ETHICS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POSTMODERN ETHICS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12105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SINTESIS PENILAIAN DAN EVALUASI KLAIM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Manrope" pitchFamily="34" charset="0"/>
                <a:ea typeface="Manrope" pitchFamily="34" charset="-122"/>
                <a:cs typeface="Manrope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SIMPULAN DAN IMPLIKASI MANAJERIAL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dirty="0">
                <a:solidFill>
                  <a:srgbClr val="EC489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TERIMA</a:t>
            </a:r>
            <a:endParaRPr lang="en-US" sz="7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800" b="1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KASIH</a:t>
            </a:r>
            <a:endParaRPr lang="en-US" sz="78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2026-08-28T06:44:54Z</dcterms:created>
  <dcterms:modified xsi:type="dcterms:W3CDTF">2026-08-28T06:44:54Z</dcterms:modified>
</cp:coreProperties>
</file>