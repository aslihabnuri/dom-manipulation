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02920" y="3529584"/>
            <a:ext cx="4983480" cy="170078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73075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13308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498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77240" y="48646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48463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810512"/>
            <a:ext cx="482803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2029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2432304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3444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132320" y="290779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29077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338328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58952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385876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7589520" y="3858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433425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433425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7132320" y="480974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809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7132320" y="528523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589520" y="52852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 rot="840000">
            <a:off x="5468112" y="3246120"/>
            <a:ext cx="1417320" cy="14173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39" name="Image 1" descr="assets/cut/accent-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3611880"/>
            <a:ext cx="1536192" cy="645537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60000">
            <a:off x="182880" y="2011680"/>
            <a:ext cx="4343400" cy="40690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68880"/>
            <a:ext cx="3611880" cy="315315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80000">
            <a:off x="566928" y="1874520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17720" y="1783080"/>
            <a:ext cx="7068312" cy="155448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892040" y="1947672"/>
            <a:ext cx="6492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2231136"/>
            <a:ext cx="6519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92040" y="2962656"/>
            <a:ext cx="6519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17720" y="352044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352044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138928" y="353872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38928" y="38130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617720" y="4343400"/>
            <a:ext cx="7068312" cy="74980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434340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5138928" y="436168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463600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4617720" y="5166360"/>
            <a:ext cx="7068312" cy="7498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617720" y="5166360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5138928" y="51846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138928" y="545896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6109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766" y="1920240"/>
            <a:ext cx="1355565" cy="2103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38218" y="1755648"/>
            <a:ext cx="3515258" cy="420624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rot="660000">
            <a:off x="4861408" y="1810512"/>
            <a:ext cx="2468880" cy="23317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426" y="1920240"/>
            <a:ext cx="1360842" cy="210312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94250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594250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94250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173517" y="1755648"/>
            <a:ext cx="3515258" cy="4206240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 rot="1320000">
            <a:off x="8696706" y="1810512"/>
            <a:ext cx="2468880" cy="23317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419" y="1920240"/>
            <a:ext cx="1345453" cy="210312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429549" y="4133088"/>
            <a:ext cx="3003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429549" y="4517136"/>
            <a:ext cx="30031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429549" y="5138928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903720" cy="416052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246120" y="199339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7724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40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30759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7840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0759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114800" y="2962656"/>
            <a:ext cx="3154680" cy="178308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315968" y="31089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315968" y="3346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5968" y="3657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45152" y="36576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15968" y="39867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645152" y="39867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15968" y="4315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45152" y="43159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49560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909560" y="1783080"/>
            <a:ext cx="4279392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183880" y="199339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183880" y="23957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8183880" y="272491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3310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8567928" y="3291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567928" y="356616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18388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567928" y="3913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567928" y="41879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83880" y="4553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8567928" y="4535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567928" y="480974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183880" y="5175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567928" y="5157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567928" y="543153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 rot="1200000">
            <a:off x="5897880" y="4160520"/>
            <a:ext cx="1920240" cy="19202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5" name="Image 1" descr="assets/cut/accent-t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4" y="4480560"/>
            <a:ext cx="1371600" cy="1481959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11185855" cy="115214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847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48256"/>
            <a:ext cx="10134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101342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02920" y="3127248"/>
            <a:ext cx="3931920" cy="272491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56855" y="3127248"/>
            <a:ext cx="3931920" cy="2724912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2376" y="32552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" y="3493008"/>
            <a:ext cx="34930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22376" y="4498848"/>
            <a:ext cx="3493008" cy="228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" y="46268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" y="4864608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976311" y="3255264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976311" y="3493008"/>
            <a:ext cx="34930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976311" y="4498848"/>
            <a:ext cx="3493008" cy="228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720000">
            <a:off x="10820095" y="4663440"/>
            <a:ext cx="566928" cy="56692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-120000">
            <a:off x="8086039" y="5010912"/>
            <a:ext cx="27889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-120000">
            <a:off x="8086039" y="501091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 rot="-480000">
            <a:off x="4480560" y="2907792"/>
            <a:ext cx="3246120" cy="3246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566" y="2980944"/>
            <a:ext cx="3104563" cy="3090672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1755648"/>
            <a:ext cx="6428232" cy="144475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02920" y="1755648"/>
            <a:ext cx="566928" cy="144475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128016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02920" y="3273552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066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02920" y="4169664"/>
            <a:ext cx="6428232" cy="841248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4066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066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5065776"/>
            <a:ext cx="6428232" cy="841248"/>
          </a:xfrm>
          <a:prstGeom prst="rect">
            <a:avLst/>
          </a:prstGeom>
          <a:solidFill>
            <a:srgbClr val="F06CB0"/>
          </a:solidFill>
          <a:ln w="12700">
            <a:solidFill>
              <a:srgbClr val="F06C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066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74066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57800" y="1755648"/>
            <a:ext cx="6428232" cy="144475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57800" y="1755648"/>
            <a:ext cx="5669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9019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121408"/>
            <a:ext cx="5376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035040" y="2468880"/>
            <a:ext cx="5376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257800" y="3273552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95544" y="3328416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495544" y="3547872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257800" y="4169664"/>
            <a:ext cx="6428232" cy="84124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95544" y="4224528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495544" y="4443984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5065776"/>
            <a:ext cx="6428232" cy="84124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95544" y="5120640"/>
            <a:ext cx="5971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5495544" y="5340096"/>
            <a:ext cx="5971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11185855" cy="115214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755648"/>
            <a:ext cx="566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8470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200" kern="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2048256"/>
            <a:ext cx="10134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59152"/>
            <a:ext cx="101342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rot="720000">
            <a:off x="841248" y="3182112"/>
            <a:ext cx="960120" cy="96012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-300000">
            <a:off x="548640" y="4078224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 rot="-300000">
            <a:off x="548640" y="40782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 rot="-480000">
            <a:off x="1810512" y="4919472"/>
            <a:ext cx="640080" cy="640080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">
            <a:off x="3154680" y="2880360"/>
            <a:ext cx="3017520" cy="32918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7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20" y="2980944"/>
            <a:ext cx="2481200" cy="309067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3108960"/>
            <a:ext cx="5376672" cy="91440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28816" y="31638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6528816" y="3383280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309360" y="4078224"/>
            <a:ext cx="5376672" cy="91440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1330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528816" y="4352544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5047488"/>
            <a:ext cx="5376672" cy="91440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528816" y="51023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3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6528816" y="5321808"/>
            <a:ext cx="4937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80000">
            <a:off x="4005072" y="1664208"/>
            <a:ext cx="4206240" cy="416052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4088" y="1929384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4088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69848" y="1929384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04088" y="2313432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168335" y="1783080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69503" y="1929384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369503" y="1929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735263" y="1929384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369503" y="2313432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02920" y="3099816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4088" y="324612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4088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324612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" y="3630168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168335" y="3099816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369503" y="324612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69503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735263" y="324612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369503" y="3630168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02920" y="4416552"/>
            <a:ext cx="3520440" cy="1225296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4088" y="456285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04088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069848" y="4562856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04088" y="4946904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68335" y="4416552"/>
            <a:ext cx="3520440" cy="12252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369503" y="456285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369503" y="4562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35263" y="4562856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8369503" y="4946904"/>
            <a:ext cx="3118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CFCE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950" dirty="0"/>
          </a:p>
        </p:txBody>
      </p:sp>
      <p:pic>
        <p:nvPicPr>
          <p:cNvPr id="37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02920" y="5742432"/>
            <a:ext cx="11185855" cy="45720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40664" y="5852160"/>
            <a:ext cx="107103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F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65760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58952" y="2432304"/>
            <a:ext cx="3145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758952" y="294436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758952" y="34381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367588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426110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449884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508406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532180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28432" y="1755648"/>
            <a:ext cx="365760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84464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8446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759952" y="19568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284464" y="2432304"/>
            <a:ext cx="3145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284464" y="2944368"/>
            <a:ext cx="3145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284464" y="343814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284464" y="367588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284464" y="426110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284464" y="449884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284464" y="5084064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284464" y="5321808"/>
            <a:ext cx="3145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096512" y="1755648"/>
            <a:ext cx="3611880" cy="4187952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352544" y="1956816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35254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82803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352544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352544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4352544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352544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352544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352544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352544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352544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074152" y="1755648"/>
            <a:ext cx="3611880" cy="418795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30184" y="1956816"/>
            <a:ext cx="365760" cy="365760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3018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80567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8330184" y="2432304"/>
            <a:ext cx="3099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330184" y="2944368"/>
            <a:ext cx="3099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330184" y="343814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8330184" y="367588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8330184" y="426110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8330184" y="449884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330184" y="5084064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00" b="1" spc="13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8330184" y="5321808"/>
            <a:ext cx="30998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E2F7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4389120" y="1691640"/>
            <a:ext cx="3429000" cy="443484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10512"/>
            <a:ext cx="3246949" cy="41513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2615184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688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474720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7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0120" y="3803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4334256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960120" y="4407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60120" y="4663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02920" y="5193792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193792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60120" y="52669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60120" y="55229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754112" y="1755648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754112" y="1755648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54112" y="1755648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2"/>
          <p:cNvSpPr txBox="1"/>
          <p:nvPr/>
        </p:nvSpPr>
        <p:spPr>
          <a:xfrm>
            <a:off x="8211312" y="18288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8211312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7754112" y="2615184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754112" y="2615184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2615184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8211312" y="26883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211312" y="29443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3474720"/>
            <a:ext cx="3931920" cy="768096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3474720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3474720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8211312" y="3547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8211312" y="38039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7754112" y="4334256"/>
            <a:ext cx="3931920" cy="768096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7754112" y="4334256"/>
            <a:ext cx="310896" cy="7680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334256"/>
            <a:ext cx="3108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8211312" y="4407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8211312" y="46634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7754112" y="5193792"/>
            <a:ext cx="3931920" cy="768096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955280" y="5340096"/>
            <a:ext cx="35295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55" name="Shape 5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960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3246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17373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74920" y="1755648"/>
            <a:ext cx="3108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532120" y="1883664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3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532120" y="2212848"/>
            <a:ext cx="147218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758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92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8745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0208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20208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461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924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33924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617720" y="3968496"/>
            <a:ext cx="1234440" cy="932688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7640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7640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989320" y="3968496"/>
            <a:ext cx="1234440" cy="93268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135624" y="4059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6135624" y="437083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084064"/>
            <a:ext cx="6647688" cy="786384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40664" y="5212080"/>
            <a:ext cx="6172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5432908" cy="416052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55868" y="1755648"/>
            <a:ext cx="5432908" cy="4160520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" y="1938528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11900" y="1938528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 rot="600000">
            <a:off x="3447288" y="3063240"/>
            <a:ext cx="2560320" cy="27889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46120"/>
            <a:ext cx="2194560" cy="25233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58952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58952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758952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758952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758952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58952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 rot="600000">
            <a:off x="9200236" y="3063240"/>
            <a:ext cx="2560320" cy="27889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3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46120"/>
            <a:ext cx="2194560" cy="24932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511900" y="2331720"/>
            <a:ext cx="4920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6511900" y="2624328"/>
            <a:ext cx="49208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6511900" y="308152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6511900" y="337413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6511900" y="38313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6511900" y="41239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6511900" y="4581144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6511900" y="4873752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FBD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7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666744" y="1737360"/>
            <a:ext cx="8019288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3666744" y="1737360"/>
            <a:ext cx="310896" cy="822960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666744" y="1737360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123944" y="1810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 rot="-120000">
            <a:off x="4123944" y="2148840"/>
            <a:ext cx="1572768" cy="283464"/>
          </a:xfrm>
          <a:prstGeom prst="rect">
            <a:avLst/>
          </a:prstGeom>
          <a:solidFill>
            <a:srgbClr val="FFFFFF"/>
          </a:solidFill>
          <a:ln w="19050">
            <a:solidFill>
              <a:srgbClr val="5B58C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 rot="-120000">
            <a:off x="4123944" y="2148840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5B5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907024" y="1847088"/>
            <a:ext cx="5596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520440" y="2615184"/>
            <a:ext cx="81655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520440" y="2615184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520440" y="2615184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977640" y="26883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 rot="120000">
            <a:off x="3977640" y="3026664"/>
            <a:ext cx="1572768" cy="283464"/>
          </a:xfrm>
          <a:prstGeom prst="rect">
            <a:avLst/>
          </a:prstGeom>
          <a:solidFill>
            <a:srgbClr val="FFFFFF"/>
          </a:solidFill>
          <a:ln w="19050">
            <a:solidFill>
              <a:srgbClr val="B0801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 rot="120000">
            <a:off x="3977640" y="3026664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5760720" y="2724912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3666744" y="3493008"/>
            <a:ext cx="8019288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3666744" y="3493008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666744" y="3493008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123944" y="35661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 rot="-120000">
            <a:off x="4123944" y="3904488"/>
            <a:ext cx="1572768" cy="283464"/>
          </a:xfrm>
          <a:prstGeom prst="rect">
            <a:avLst/>
          </a:prstGeom>
          <a:solidFill>
            <a:srgbClr val="FFFFFF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-120000">
            <a:off x="4123944" y="3904488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907024" y="3602736"/>
            <a:ext cx="5596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520440" y="4370832"/>
            <a:ext cx="8165592" cy="822960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520440" y="4370832"/>
            <a:ext cx="310896" cy="822960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20440" y="4370832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3977640" y="4443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 rot="120000">
            <a:off x="3977640" y="4782312"/>
            <a:ext cx="1572768" cy="283464"/>
          </a:xfrm>
          <a:prstGeom prst="rect">
            <a:avLst/>
          </a:prstGeom>
          <a:solidFill>
            <a:srgbClr val="FFFFFF"/>
          </a:solidFill>
          <a:ln w="19050">
            <a:solidFill>
              <a:srgbClr val="B0801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 rot="120000">
            <a:off x="3977640" y="4782312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5760720" y="448056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3666744" y="5248656"/>
            <a:ext cx="8019288" cy="822960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3666744" y="5248656"/>
            <a:ext cx="310896" cy="8229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666744" y="5248656"/>
            <a:ext cx="3108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4123944" y="53218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rot="-120000">
            <a:off x="4123944" y="5660136"/>
            <a:ext cx="1572768" cy="283464"/>
          </a:xfrm>
          <a:prstGeom prst="rect">
            <a:avLst/>
          </a:prstGeom>
          <a:solidFill>
            <a:srgbClr val="FFFFFF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 rot="-120000">
            <a:off x="4123944" y="5660136"/>
            <a:ext cx="15727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7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5907024" y="5358384"/>
            <a:ext cx="55961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44" name="Shape 40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1185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7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19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106424" y="1865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22376" y="2249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22376" y="2651760"/>
            <a:ext cx="34015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 rot="-180000">
            <a:off x="2240280" y="3602736"/>
            <a:ext cx="1920240" cy="310896"/>
          </a:xfrm>
          <a:prstGeom prst="rect">
            <a:avLst/>
          </a:prstGeom>
          <a:solidFill>
            <a:srgbClr val="FFFFFF"/>
          </a:solidFill>
          <a:ln w="22225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 rot="-180000">
            <a:off x="2240280" y="36027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7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617720" y="1719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837176" y="1865376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37176" y="1865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5221224" y="1865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837176" y="2249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4837176" y="2651760"/>
            <a:ext cx="34015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 rot="180000">
            <a:off x="6355080" y="3602736"/>
            <a:ext cx="1920240" cy="310896"/>
          </a:xfrm>
          <a:prstGeom prst="rect">
            <a:avLst/>
          </a:prstGeom>
          <a:solidFill>
            <a:srgbClr val="FFFFFF"/>
          </a:solidFill>
          <a:ln w="22225">
            <a:solidFill>
              <a:srgbClr val="00761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 rot="180000">
            <a:off x="6355080" y="36027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70" kern="0" dirty="0">
                <a:solidFill>
                  <a:srgbClr val="0076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502920" y="4005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2237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1106424" y="4151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722376" y="4535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722376" y="4937760"/>
            <a:ext cx="34015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 rot="-180000">
            <a:off x="2240280" y="5888736"/>
            <a:ext cx="1920240" cy="310896"/>
          </a:xfrm>
          <a:prstGeom prst="rect">
            <a:avLst/>
          </a:prstGeom>
          <a:solidFill>
            <a:srgbClr val="FFFFFF"/>
          </a:solidFill>
          <a:ln w="22225">
            <a:solidFill>
              <a:srgbClr val="1D1B8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-180000">
            <a:off x="2240280" y="58887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7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4617720" y="4005072"/>
            <a:ext cx="3840480" cy="2103120"/>
          </a:xfrm>
          <a:prstGeom prst="rect">
            <a:avLst/>
          </a:prstGeom>
          <a:solidFill>
            <a:srgbClr val="F58CC4"/>
          </a:solidFill>
          <a:ln w="12700">
            <a:solidFill>
              <a:srgbClr val="F58CC4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37176" y="4151376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837176" y="4151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5221224" y="41513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4837176" y="4535424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837176" y="4937760"/>
            <a:ext cx="340156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 rot="180000">
            <a:off x="6355080" y="5888736"/>
            <a:ext cx="1920240" cy="310896"/>
          </a:xfrm>
          <a:prstGeom prst="rect">
            <a:avLst/>
          </a:prstGeom>
          <a:solidFill>
            <a:srgbClr val="FFFFFF"/>
          </a:solidFill>
          <a:ln w="22225">
            <a:solidFill>
              <a:srgbClr val="5B58C4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 rot="180000">
            <a:off x="6355080" y="58887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70" kern="0" dirty="0">
                <a:solidFill>
                  <a:srgbClr val="5B5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40" name="Text 3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-480000">
            <a:off x="4535424" y="1719072"/>
            <a:ext cx="3154680" cy="43434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28800"/>
            <a:ext cx="2706239" cy="4023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37360"/>
            <a:ext cx="3931920" cy="422452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22376" y="188366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22376" y="2304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33272" y="228600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551176" y="228600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26426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1033272" y="262432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551176" y="262432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29809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296265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51176" y="296265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33192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1033272" y="330098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2551176" y="330098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2376" y="36576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1033272" y="363931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2551176" y="363931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22376" y="39959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1033272" y="39776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51176" y="397764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22376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1033272" y="4315968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2551176" y="431596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9" name="Shape 35"/>
          <p:cNvSpPr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2376" y="46725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1033272" y="4654296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551176" y="46542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43" name="Shape 39"/>
          <p:cNvSpPr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22376" y="5010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5" name="Text 41"/>
          <p:cNvSpPr txBox="1"/>
          <p:nvPr/>
        </p:nvSpPr>
        <p:spPr>
          <a:xfrm>
            <a:off x="1033272" y="4992624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2551176" y="4992624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722376" y="5413248"/>
            <a:ext cx="3493008" cy="438912"/>
          </a:xfrm>
          <a:prstGeom prst="rect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850392" y="5413248"/>
            <a:ext cx="32369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7754112" y="1883664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18836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7754112" y="2286000"/>
            <a:ext cx="393192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754112" y="2286000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754112" y="2286000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54" name="Text 50"/>
          <p:cNvSpPr txBox="1"/>
          <p:nvPr/>
        </p:nvSpPr>
        <p:spPr>
          <a:xfrm>
            <a:off x="8174736" y="235915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55" name="Text 51"/>
          <p:cNvSpPr txBox="1"/>
          <p:nvPr/>
        </p:nvSpPr>
        <p:spPr>
          <a:xfrm>
            <a:off x="8174736" y="261518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7754112" y="3236976"/>
            <a:ext cx="393192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7754112" y="3236976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754112" y="3236976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5"/>
          <p:cNvSpPr txBox="1"/>
          <p:nvPr/>
        </p:nvSpPr>
        <p:spPr>
          <a:xfrm>
            <a:off x="8174736" y="331012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60" name="Text 56"/>
          <p:cNvSpPr txBox="1"/>
          <p:nvPr/>
        </p:nvSpPr>
        <p:spPr>
          <a:xfrm>
            <a:off x="8174736" y="356616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61" name="Shape 57"/>
          <p:cNvSpPr/>
          <p:nvPr/>
        </p:nvSpPr>
        <p:spPr>
          <a:xfrm>
            <a:off x="7754112" y="4187952"/>
            <a:ext cx="3931920" cy="877824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7754112" y="4187952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754112" y="4187952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0"/>
          <p:cNvSpPr txBox="1"/>
          <p:nvPr/>
        </p:nvSpPr>
        <p:spPr>
          <a:xfrm>
            <a:off x="8174736" y="426110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65" name="Text 61"/>
          <p:cNvSpPr txBox="1"/>
          <p:nvPr/>
        </p:nvSpPr>
        <p:spPr>
          <a:xfrm>
            <a:off x="8174736" y="451713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7754112" y="5138928"/>
            <a:ext cx="3931920" cy="877824"/>
          </a:xfrm>
          <a:prstGeom prst="rect">
            <a:avLst/>
          </a:prstGeom>
          <a:solidFill>
            <a:srgbClr val="15136B"/>
          </a:solidFill>
          <a:ln w="12700">
            <a:solidFill>
              <a:srgbClr val="15136B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754112" y="5138928"/>
            <a:ext cx="310896" cy="877824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754112" y="5138928"/>
            <a:ext cx="3108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8174736" y="521208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70" name="Text 66"/>
          <p:cNvSpPr txBox="1"/>
          <p:nvPr/>
        </p:nvSpPr>
        <p:spPr>
          <a:xfrm>
            <a:off x="8174736" y="546811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71" name="Text 6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72" name="Shape 6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10271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22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621792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1316736"/>
            <a:ext cx="6766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7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788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971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971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2971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74920" y="1755648"/>
            <a:ext cx="2075688" cy="2121408"/>
          </a:xfrm>
          <a:prstGeom prst="rect">
            <a:avLst/>
          </a:prstGeom>
          <a:solidFill>
            <a:srgbClr val="2A278F"/>
          </a:solidFill>
          <a:ln w="12700">
            <a:solidFill>
              <a:srgbClr val="2A278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5780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2340864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257800" y="287121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4041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b="1" spc="18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88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2971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5074920" y="4334256"/>
            <a:ext cx="2075688" cy="1234440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257800" y="44256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257800" y="486460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C7EF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502920" y="5705856"/>
            <a:ext cx="6647688" cy="56692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22376" y="5705856"/>
            <a:ext cx="62087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Justru karena itu beban yang tersebar perlu dihitung lebih dahulu.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2026-08-27T03:39:56Z</dcterms:created>
  <dcterms:modified xsi:type="dcterms:W3CDTF">2026-08-27T03:39:56Z</dcterms:modified>
</cp:coreProperties>
</file>