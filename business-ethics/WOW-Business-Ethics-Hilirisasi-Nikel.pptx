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897880" y="502920"/>
            <a:ext cx="6263640" cy="48920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840000">
            <a:off x="513892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5" name="Image 1" descr="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097280"/>
            <a:ext cx="6126480" cy="348976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02920" y="3529584"/>
            <a:ext cx="5257800" cy="170078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1330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498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864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544982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810512"/>
            <a:ext cx="48463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810512"/>
            <a:ext cx="482803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58952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58952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58952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3232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58952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 rot="840000">
            <a:off x="5468112" y="3246120"/>
            <a:ext cx="1417320" cy="14173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39" name="Image 1" descr="cut/accent-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3611880"/>
            <a:ext cx="1536192" cy="645537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60000">
            <a:off x="274320" y="2240280"/>
            <a:ext cx="3931920" cy="3703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97480"/>
            <a:ext cx="3154680" cy="27540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17720" y="1783080"/>
            <a:ext cx="7068312" cy="155448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892040" y="1947672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231136"/>
            <a:ext cx="6519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962656"/>
            <a:ext cx="6519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17720" y="352044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138928" y="3538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38928" y="38130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617720" y="4343400"/>
            <a:ext cx="7068312" cy="74980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5138928" y="43616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138928" y="46360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516636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138928" y="51846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138928" y="545896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8989" y="1901952"/>
            <a:ext cx="2103120" cy="20116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07" y="1993392"/>
            <a:ext cx="1149284" cy="17830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3968496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3968496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4352544"/>
            <a:ext cx="30031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5029200"/>
            <a:ext cx="30031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38218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660000">
            <a:off x="5044288" y="1901952"/>
            <a:ext cx="2103120" cy="20116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969" y="1993392"/>
            <a:ext cx="1153758" cy="17830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94250" y="3968496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94250" y="3968496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594250" y="4352544"/>
            <a:ext cx="30031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94250" y="5029200"/>
            <a:ext cx="30031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173517" y="1755648"/>
            <a:ext cx="3515258" cy="420624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rot="1320000">
            <a:off x="8879586" y="1901952"/>
            <a:ext cx="2103120" cy="20116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0791" y="1993392"/>
            <a:ext cx="1140710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429549" y="3968496"/>
            <a:ext cx="3003194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429549" y="3968496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429549" y="4352544"/>
            <a:ext cx="30031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429549" y="5029200"/>
            <a:ext cx="30031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9037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246120" y="19933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0759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11480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1596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31596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64515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64515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45152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49560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909560" y="1783080"/>
            <a:ext cx="427939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183880" y="23957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8183880" y="27249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567928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567928" y="356616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567928" y="3913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567928" y="41879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567928" y="4535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567928" y="48097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567928" y="5157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567928" y="543153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 rot="1200000">
            <a:off x="6035040" y="4279392"/>
            <a:ext cx="1737360" cy="173736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5" name="Image 1" descr="cut/accent-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4553712"/>
            <a:ext cx="1207008" cy="130412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7" name="Shape 5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 rot="360000">
            <a:off x="320040" y="2670048"/>
            <a:ext cx="4434840" cy="3246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9" name="Image 1" descr="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343" y="2788920"/>
            <a:ext cx="2908794" cy="28803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892040" y="1755648"/>
            <a:ext cx="679399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6636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212140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166360" y="2468880"/>
            <a:ext cx="6227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92040" y="3310128"/>
            <a:ext cx="67939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29784" y="3383280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129784" y="3639312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92040" y="4206240"/>
            <a:ext cx="67939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129784" y="4279392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129784" y="4535424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892040" y="5102352"/>
            <a:ext cx="67939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129784" y="5175504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129784" y="5431536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 rot="-480000">
            <a:off x="320040" y="2670048"/>
            <a:ext cx="4434840" cy="3246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9" name="Image 1" descr="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87" y="2788920"/>
            <a:ext cx="2893305" cy="28803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892040" y="1755648"/>
            <a:ext cx="679399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6636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212140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166360" y="2468880"/>
            <a:ext cx="6227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92040" y="3310128"/>
            <a:ext cx="67939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29784" y="3383280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129784" y="3639312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92040" y="4206240"/>
            <a:ext cx="67939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129784" y="4279392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129784" y="4535424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892040" y="5102352"/>
            <a:ext cx="67939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129784" y="5175504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129784" y="5431536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 rot="240000">
            <a:off x="320040" y="2670048"/>
            <a:ext cx="4434840" cy="32461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9" name="Image 1" descr="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812" y="2788920"/>
            <a:ext cx="2799857" cy="27889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892040" y="1755648"/>
            <a:ext cx="6793992" cy="144475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6636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212140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166360" y="2468880"/>
            <a:ext cx="6227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92040" y="3310128"/>
            <a:ext cx="6793992" cy="822960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29784" y="3383280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129784" y="3639312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92040" y="4206240"/>
            <a:ext cx="6793992" cy="82296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129784" y="4279392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129784" y="4535424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892040" y="5102352"/>
            <a:ext cx="6793992" cy="822960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129784" y="5175504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129784" y="5431536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 rot="-300000">
            <a:off x="320040" y="2670048"/>
            <a:ext cx="4434840" cy="3246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9" name="Image 1" descr="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928" y="2788920"/>
            <a:ext cx="2635624" cy="28803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892040" y="1755648"/>
            <a:ext cx="679399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6636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212140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166360" y="2468880"/>
            <a:ext cx="6227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92040" y="3310128"/>
            <a:ext cx="67939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29784" y="3383280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129784" y="3639312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92040" y="4206240"/>
            <a:ext cx="67939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129784" y="4279392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129784" y="4535424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892040" y="5102352"/>
            <a:ext cx="67939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129784" y="5175504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129784" y="5431536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 rot="540000">
            <a:off x="320040" y="2670048"/>
            <a:ext cx="4434840" cy="3246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9" name="Image 1" descr="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207" y="2788920"/>
            <a:ext cx="2349065" cy="29260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80000">
            <a:off x="1463040" y="18470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892040" y="1755648"/>
            <a:ext cx="679399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6636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212140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166360" y="2468880"/>
            <a:ext cx="6227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92040" y="3310128"/>
            <a:ext cx="67939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29784" y="3383280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129784" y="3639312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92040" y="4206240"/>
            <a:ext cx="67939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129784" y="4279392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129784" y="4535424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892040" y="5102352"/>
            <a:ext cx="67939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129784" y="5175504"/>
            <a:ext cx="6336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129784" y="5431536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720000">
            <a:off x="9464040" y="91440"/>
            <a:ext cx="251460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274320"/>
            <a:ext cx="2027178" cy="19933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83080"/>
            <a:ext cx="3515258" cy="1847088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40664" y="2002536"/>
            <a:ext cx="384048" cy="38404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40664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40664" y="2496312"/>
            <a:ext cx="3039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40664" y="2990088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38218" y="1783080"/>
            <a:ext cx="3515258" cy="1847088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75962" y="2002536"/>
            <a:ext cx="384048" cy="38404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5962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75962" y="2496312"/>
            <a:ext cx="3039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5962" y="2990088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173517" y="1783080"/>
            <a:ext cx="3515258" cy="1847088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11261" y="2002536"/>
            <a:ext cx="384048" cy="38404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411261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8411261" y="2496312"/>
            <a:ext cx="3039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411261" y="2990088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3776472"/>
            <a:ext cx="3515258" cy="184708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40664" y="3995928"/>
            <a:ext cx="384048" cy="38404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4066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40664" y="4489704"/>
            <a:ext cx="3039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740664" y="498348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338218" y="3776472"/>
            <a:ext cx="3515258" cy="184708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575962" y="3995928"/>
            <a:ext cx="384048" cy="38404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7596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4575962" y="4489704"/>
            <a:ext cx="3039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4575962" y="498348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8173517" y="3776472"/>
            <a:ext cx="3515258" cy="184708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411261" y="3995928"/>
            <a:ext cx="384048" cy="38404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411261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8411261" y="4489704"/>
            <a:ext cx="3039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8411261" y="498348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502920" y="5687568"/>
            <a:ext cx="10500055" cy="566928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40664" y="5797296"/>
            <a:ext cx="9997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pic>
        <p:nvPicPr>
          <p:cNvPr id="6" name="Image 1" descr="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01168"/>
            <a:ext cx="1108540" cy="1417320"/>
          </a:xfrm>
          <a:prstGeom prst="rect">
            <a:avLst/>
          </a:prstGeom>
        </p:spPr>
      </p:pic>
      <p:pic>
        <p:nvPicPr>
          <p:cNvPr id="7" name="Image 2" descr="cut/c-v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274320"/>
            <a:ext cx="1121749" cy="13258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02920" y="1755648"/>
            <a:ext cx="5432908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234440" y="1956816"/>
            <a:ext cx="442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58952" y="2432304"/>
            <a:ext cx="4920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758952" y="294436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758952" y="343814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758952" y="367588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 dan berkembang penuh.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758952" y="426110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" y="449884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Solomon menempatkan perusahaan sebagai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758952" y="508406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758952" y="532180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55868" y="1755648"/>
            <a:ext cx="5432908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11900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511900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987388" y="1956816"/>
            <a:ext cx="442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6511900" y="2432304"/>
            <a:ext cx="4920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6511900" y="294436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6511900" y="343814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6511900" y="367588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dipahami sebagai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6511900" y="426110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511900" y="449884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yang seragam.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6511900" y="508406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6511900" y="532180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50" dirty="0"/>
          </a:p>
        </p:txBody>
      </p:sp>
      <p:sp>
        <p:nvSpPr>
          <p:cNvPr id="32" name="Text 2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pic>
        <p:nvPicPr>
          <p:cNvPr id="6" name="Image 1" descr="cut/c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84048"/>
            <a:ext cx="3091038" cy="1234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02920" y="1755648"/>
            <a:ext cx="5432908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1956816"/>
            <a:ext cx="442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2432304"/>
            <a:ext cx="4920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294436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58952" y="343814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" y="367588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426110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449884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dari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508406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532180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255868" y="1755648"/>
            <a:ext cx="5432908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11900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1900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987388" y="1956816"/>
            <a:ext cx="442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11900" y="2432304"/>
            <a:ext cx="4920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6511900" y="294436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6511900" y="343814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511900" y="367588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511900" y="426110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6511900" y="449884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6511900" y="5084064"/>
            <a:ext cx="49208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6511900" y="5321808"/>
            <a:ext cx="49208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50" dirty="0"/>
          </a:p>
        </p:txBody>
      </p:sp>
      <p:sp>
        <p:nvSpPr>
          <p:cNvPr id="31" name="Text 2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600000">
            <a:off x="9692640" y="18288"/>
            <a:ext cx="2103120" cy="192024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cut/d-hea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64592"/>
            <a:ext cx="1110996" cy="148132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5410048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78408" y="1828800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78408" y="2084832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2920" y="2615184"/>
            <a:ext cx="5410048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78408" y="2688336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978408" y="2944368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3474720"/>
            <a:ext cx="5410048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78408" y="3547872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978408" y="3803904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02920" y="4334256"/>
            <a:ext cx="5410048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978408" y="4407408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978408" y="4663440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02920" y="5193792"/>
            <a:ext cx="5410048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8408" y="5266944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978408" y="5522976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78728" y="1755648"/>
            <a:ext cx="5410048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278728" y="1755648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278728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6754216" y="1828800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6754216" y="2084832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278728" y="2615184"/>
            <a:ext cx="5410048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278728" y="2615184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278728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6754216" y="2688336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2" name="Text 38"/>
          <p:cNvSpPr txBox="1"/>
          <p:nvPr/>
        </p:nvSpPr>
        <p:spPr>
          <a:xfrm>
            <a:off x="6754216" y="2944368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6278728" y="3474720"/>
            <a:ext cx="5410048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278728" y="3474720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78728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6754216" y="3547872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47" name="Text 43"/>
          <p:cNvSpPr txBox="1"/>
          <p:nvPr/>
        </p:nvSpPr>
        <p:spPr>
          <a:xfrm>
            <a:off x="6754216" y="3803904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6278728" y="4334256"/>
            <a:ext cx="5410048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78728" y="4334256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78728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6754216" y="4407408"/>
            <a:ext cx="475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2" name="Text 48"/>
          <p:cNvSpPr txBox="1"/>
          <p:nvPr/>
        </p:nvSpPr>
        <p:spPr>
          <a:xfrm>
            <a:off x="6754216" y="4663440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6278728" y="5193792"/>
            <a:ext cx="5410048" cy="768096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516472" y="5358384"/>
            <a:ext cx="495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20000">
            <a:off x="8001000" y="1508760"/>
            <a:ext cx="3977640" cy="34290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74520"/>
            <a:ext cx="3401568" cy="286134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83080"/>
            <a:ext cx="2404872" cy="162763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83080"/>
            <a:ext cx="310896" cy="16276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83080"/>
            <a:ext cx="31089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249424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136392" y="1783080"/>
            <a:ext cx="2404872" cy="162763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36392" y="1783080"/>
            <a:ext cx="310896" cy="16276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136392" y="1783080"/>
            <a:ext cx="31089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593592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593592" y="2249424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769864" y="1783080"/>
            <a:ext cx="2404872" cy="162763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769864" y="1783080"/>
            <a:ext cx="310896" cy="16276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69864" y="1783080"/>
            <a:ext cx="31089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2249424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5844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3877056"/>
            <a:ext cx="1371600" cy="89611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9224" y="39684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649224" y="427939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2020824" y="3877056"/>
            <a:ext cx="1371600" cy="896112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67128" y="39684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2167128" y="427939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3538728" y="3877056"/>
            <a:ext cx="1371600" cy="89611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685032" y="39684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3685032" y="427939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056632" y="3877056"/>
            <a:ext cx="1371600" cy="896112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202936" y="39684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5202936" y="427939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800" dirty="0"/>
          </a:p>
        </p:txBody>
      </p:sp>
      <p:sp>
        <p:nvSpPr>
          <p:cNvPr id="36" name="Shape 32"/>
          <p:cNvSpPr/>
          <p:nvPr/>
        </p:nvSpPr>
        <p:spPr>
          <a:xfrm>
            <a:off x="6574536" y="3877056"/>
            <a:ext cx="1371600" cy="89611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720840" y="39684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6720840" y="427939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>
            <a:off x="502920" y="4974336"/>
            <a:ext cx="7571232" cy="78638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40664" y="5102352"/>
            <a:ext cx="7095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pic>
        <p:nvPicPr>
          <p:cNvPr id="6" name="Image 1" descr="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4592"/>
            <a:ext cx="1367865" cy="1572768"/>
          </a:xfrm>
          <a:prstGeom prst="rect">
            <a:avLst/>
          </a:prstGeom>
        </p:spPr>
      </p:pic>
      <p:pic>
        <p:nvPicPr>
          <p:cNvPr id="7" name="Image 2" descr="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560" y="201168"/>
            <a:ext cx="1352156" cy="1536192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02920" y="1755648"/>
            <a:ext cx="5432908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6255868" y="1755648"/>
            <a:ext cx="5432908" cy="416052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758952" y="2395728"/>
            <a:ext cx="492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758952" y="2706624"/>
            <a:ext cx="49208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758952" y="3255264"/>
            <a:ext cx="492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" y="3566160"/>
            <a:ext cx="49208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58952" y="4114800"/>
            <a:ext cx="492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758952" y="4425696"/>
            <a:ext cx="49208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 di Morowali saja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758952" y="4974336"/>
            <a:ext cx="492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758952" y="5285232"/>
            <a:ext cx="49208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kendaraan listrik dunia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511900" y="2395728"/>
            <a:ext cx="492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900" dirty="0"/>
          </a:p>
        </p:txBody>
      </p:sp>
      <p:sp>
        <p:nvSpPr>
          <p:cNvPr id="23" name="Text 18"/>
          <p:cNvSpPr txBox="1"/>
          <p:nvPr/>
        </p:nvSpPr>
        <p:spPr>
          <a:xfrm>
            <a:off x="6511900" y="2706624"/>
            <a:ext cx="49208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6511900" y="3255264"/>
            <a:ext cx="492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6511900" y="3566160"/>
            <a:ext cx="49208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6511900" y="4114800"/>
            <a:ext cx="492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900" dirty="0"/>
          </a:p>
        </p:txBody>
      </p:sp>
      <p:sp>
        <p:nvSpPr>
          <p:cNvPr id="27" name="Text 22"/>
          <p:cNvSpPr txBox="1"/>
          <p:nvPr/>
        </p:nvSpPr>
        <p:spPr>
          <a:xfrm>
            <a:off x="6511900" y="4425696"/>
            <a:ext cx="49208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 captive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511900" y="4974336"/>
            <a:ext cx="492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6511900" y="5285232"/>
            <a:ext cx="49208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900000">
            <a:off x="10012680" y="54864"/>
            <a:ext cx="1828800" cy="16916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cut/d-head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9568" y="219456"/>
            <a:ext cx="1178637" cy="13716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11185855" cy="80467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37360"/>
            <a:ext cx="310896" cy="80467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37360"/>
            <a:ext cx="310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78408" y="18105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157984"/>
            <a:ext cx="1600200" cy="27432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78408" y="21579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1847088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2615184"/>
            <a:ext cx="11185855" cy="804672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2920" y="2615184"/>
            <a:ext cx="310896" cy="80467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2615184"/>
            <a:ext cx="310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978408" y="26883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978408" y="3035808"/>
            <a:ext cx="1600200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78408" y="30358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2788920" y="2724912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 kebijakan ini.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3493008"/>
            <a:ext cx="11185855" cy="80467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3493008"/>
            <a:ext cx="310896" cy="8046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3493008"/>
            <a:ext cx="310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8408" y="3566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978408" y="3913632"/>
            <a:ext cx="160020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78408" y="39136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2788920" y="3602736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02920" y="4370832"/>
            <a:ext cx="11185855" cy="804672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02920" y="4370832"/>
            <a:ext cx="310896" cy="80467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02920" y="4370832"/>
            <a:ext cx="310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978408" y="444398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978408" y="4791456"/>
            <a:ext cx="1600200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78408" y="47914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2788920" y="4480560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bisnis, termasuk pemasok.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502920" y="5248656"/>
            <a:ext cx="11185855" cy="80467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02920" y="5248656"/>
            <a:ext cx="310896" cy="8046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248656"/>
            <a:ext cx="310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978408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978408" y="5669280"/>
            <a:ext cx="160020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978408" y="5669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2788920" y="5358384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44" name="Shape 40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432908" cy="2084832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0664" y="1938528"/>
            <a:ext cx="347472" cy="34747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0664" y="1938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79576" y="19385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61308" y="1975104"/>
            <a:ext cx="1645920" cy="2743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61308" y="1975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40664" y="2377440"/>
            <a:ext cx="495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150" dirty="0"/>
          </a:p>
        </p:txBody>
      </p:sp>
      <p:pic>
        <p:nvPicPr>
          <p:cNvPr id="13" name="Image 1" descr="cut/d-head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433" y="2761488"/>
            <a:ext cx="765938" cy="9601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" y="2724912"/>
            <a:ext cx="410004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255868" y="1737360"/>
            <a:ext cx="5432908" cy="2084832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93612" y="1938528"/>
            <a:ext cx="347472" cy="34747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93612" y="1938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932524" y="19385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9814255" y="1975104"/>
            <a:ext cx="1645920" cy="2743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814255" y="1975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493612" y="2377440"/>
            <a:ext cx="495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150" dirty="0"/>
          </a:p>
        </p:txBody>
      </p:sp>
      <p:pic>
        <p:nvPicPr>
          <p:cNvPr id="22" name="Image 2" descr="cut/d-head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4399" y="2761488"/>
            <a:ext cx="744921" cy="9601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493612" y="2724912"/>
            <a:ext cx="41210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502920" y="3950208"/>
            <a:ext cx="5432908" cy="2084832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0664" y="4151376"/>
            <a:ext cx="347472" cy="34747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0664" y="4151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1179576" y="41513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4061308" y="4187952"/>
            <a:ext cx="1645920" cy="2743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061308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50" dirty="0"/>
          </a:p>
        </p:txBody>
      </p:sp>
      <p:sp>
        <p:nvSpPr>
          <p:cNvPr id="30" name="Text 25"/>
          <p:cNvSpPr txBox="1"/>
          <p:nvPr/>
        </p:nvSpPr>
        <p:spPr>
          <a:xfrm>
            <a:off x="740664" y="4590288"/>
            <a:ext cx="495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150" dirty="0"/>
          </a:p>
        </p:txBody>
      </p:sp>
      <p:pic>
        <p:nvPicPr>
          <p:cNvPr id="31" name="Image 3" descr="cut/d-head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09" y="4974336"/>
            <a:ext cx="665462" cy="9601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40664" y="4937760"/>
            <a:ext cx="42005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255868" y="3950208"/>
            <a:ext cx="5432908" cy="2084832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493612" y="4151376"/>
            <a:ext cx="347472" cy="34747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493612" y="4151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6932524" y="41513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500" dirty="0"/>
          </a:p>
        </p:txBody>
      </p:sp>
      <p:sp>
        <p:nvSpPr>
          <p:cNvPr id="37" name="Shape 31"/>
          <p:cNvSpPr/>
          <p:nvPr/>
        </p:nvSpPr>
        <p:spPr>
          <a:xfrm>
            <a:off x="9814255" y="4187952"/>
            <a:ext cx="1645920" cy="27432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9814255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50" dirty="0"/>
          </a:p>
        </p:txBody>
      </p:sp>
      <p:sp>
        <p:nvSpPr>
          <p:cNvPr id="39" name="Text 33"/>
          <p:cNvSpPr txBox="1"/>
          <p:nvPr/>
        </p:nvSpPr>
        <p:spPr>
          <a:xfrm>
            <a:off x="6493612" y="4590288"/>
            <a:ext cx="495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150" dirty="0"/>
          </a:p>
        </p:txBody>
      </p:sp>
      <p:pic>
        <p:nvPicPr>
          <p:cNvPr id="40" name="Image 4" descr="cut/d-head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9229" y="4974336"/>
            <a:ext cx="720090" cy="96012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6493612" y="4937760"/>
            <a:ext cx="41458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42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3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9418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720000">
            <a:off x="10058400" y="146304"/>
            <a:ext cx="1783080" cy="169164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cut/d-head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432" y="310896"/>
            <a:ext cx="1049983" cy="135331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512064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58952" y="1920240"/>
            <a:ext cx="233172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192024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58952" y="2350008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58952" y="23500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088136" y="2322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232257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58952" y="2697480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8952" y="26974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88136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3383280" y="26700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8952" y="3044952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58952" y="3044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088136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3383280" y="30175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58952" y="3392424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8952" y="3392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1088136" y="3364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3383280" y="33649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58952" y="3739896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58952" y="37398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1088136" y="37124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3383280" y="37124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58952" y="4087368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8952" y="4087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1088136" y="40599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3383280" y="405993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758952" y="4434840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58952" y="44348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1088136" y="4407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50" dirty="0"/>
          </a:p>
        </p:txBody>
      </p:sp>
      <p:sp>
        <p:nvSpPr>
          <p:cNvPr id="38" name="Text 34"/>
          <p:cNvSpPr txBox="1"/>
          <p:nvPr/>
        </p:nvSpPr>
        <p:spPr>
          <a:xfrm>
            <a:off x="3383280" y="44074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758952" y="4782312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8952" y="47823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1088136" y="4754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3383280" y="47548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758952" y="5129784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58952" y="512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1088136" y="5102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3383280" y="51023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758952" y="5504688"/>
            <a:ext cx="4608576" cy="402336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941832" y="5504688"/>
            <a:ext cx="4242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5943600" y="1920240"/>
            <a:ext cx="489204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943600" y="192024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5943600" y="2322576"/>
            <a:ext cx="57424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943600" y="2322576"/>
            <a:ext cx="329184" cy="84124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943600" y="2322576"/>
            <a:ext cx="3291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Text 50"/>
          <p:cNvSpPr txBox="1"/>
          <p:nvPr/>
        </p:nvSpPr>
        <p:spPr>
          <a:xfrm>
            <a:off x="6446520" y="24140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BERNILAI NORMATIF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6446520" y="2688336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56" name="Shape 52"/>
          <p:cNvSpPr/>
          <p:nvPr/>
        </p:nvSpPr>
        <p:spPr>
          <a:xfrm>
            <a:off x="5943600" y="3255264"/>
            <a:ext cx="57424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943600" y="3255264"/>
            <a:ext cx="329184" cy="84124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943600" y="3255264"/>
            <a:ext cx="3291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6446520" y="33467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ENERGINYA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6446520" y="362102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1000" dirty="0"/>
          </a:p>
        </p:txBody>
      </p:sp>
      <p:sp>
        <p:nvSpPr>
          <p:cNvPr id="61" name="Shape 57"/>
          <p:cNvSpPr/>
          <p:nvPr/>
        </p:nvSpPr>
        <p:spPr>
          <a:xfrm>
            <a:off x="5943600" y="4187952"/>
            <a:ext cx="57424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943600" y="4187952"/>
            <a:ext cx="329184" cy="84124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4187952"/>
            <a:ext cx="3291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6446520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TIDAK SIMETRIS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6446520" y="455371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5943600" y="5120640"/>
            <a:ext cx="57424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943600" y="5120640"/>
            <a:ext cx="329184" cy="84124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5943600" y="5120640"/>
            <a:ext cx="3291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6446520" y="5212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6446520" y="548640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72" name="Shape 6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8366760" y="1554480"/>
            <a:ext cx="3520440" cy="352044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cut/c-spec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874520"/>
            <a:ext cx="1871935" cy="29260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404872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04088" y="1920240"/>
            <a:ext cx="347472" cy="3474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04088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04088" y="2377440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04088" y="2889504"/>
            <a:ext cx="2039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136392" y="1755648"/>
            <a:ext cx="2404872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337560" y="1920240"/>
            <a:ext cx="347472" cy="3474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337560" y="2377440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3337560" y="2889504"/>
            <a:ext cx="2039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769864" y="1755648"/>
            <a:ext cx="2404872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971032" y="1920240"/>
            <a:ext cx="347472" cy="3474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71032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971032" y="2377440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5971032" y="2889504"/>
            <a:ext cx="2039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405993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334256"/>
            <a:ext cx="2404872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04088" y="4443984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704088" y="4791456"/>
            <a:ext cx="20391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136392" y="4334256"/>
            <a:ext cx="2404872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337560" y="4443984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3337560" y="4791456"/>
            <a:ext cx="20391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5769864" y="4334256"/>
            <a:ext cx="2404872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971032" y="4443984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971032" y="4791456"/>
            <a:ext cx="20391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02920" y="5705856"/>
            <a:ext cx="7571232" cy="56692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40664" y="5705856"/>
            <a:ext cx="7095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Justru karena itu beban yang tersebar perlu dihitung lebih dahulu.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2026-08-26T16:26:39Z</dcterms:created>
  <dcterms:modified xsi:type="dcterms:W3CDTF">2026-08-26T16:26:39Z</dcterms:modified>
</cp:coreProperties>
</file>