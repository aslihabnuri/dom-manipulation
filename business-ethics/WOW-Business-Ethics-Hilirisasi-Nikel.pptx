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43434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672084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672084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720840" y="24323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720840" y="2834640"/>
            <a:ext cx="4754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2084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196328" y="3054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72084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196328" y="35295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72084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196328" y="4005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196328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72084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196328" y="49560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672084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196328" y="54315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 rot="840000">
            <a:off x="5138928" y="3611880"/>
            <a:ext cx="1371600" cy="13716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0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3977640"/>
            <a:ext cx="1463040" cy="614798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638544" y="3657600"/>
            <a:ext cx="502920" cy="384048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9198864" y="4041648"/>
            <a:ext cx="502920" cy="384048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1200000">
            <a:off x="5852160" y="4617720"/>
            <a:ext cx="1828800" cy="18288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4919472"/>
            <a:ext cx="1298448" cy="1402921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2026-08-27T04:50:50Z</dcterms:created>
  <dcterms:modified xsi:type="dcterms:W3CDTF">2026-08-27T04:50:50Z</dcterms:modified>
</cp:coreProperties>
</file>