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5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EVALUATING</a:t>
            </a:r>
            <a:endParaRPr lang="en-US" sz="5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5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BUSINESS ETHICS</a:t>
            </a:r>
            <a:endParaRPr lang="en-US" sz="58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096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462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528523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PETA BAHASAN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SISTEMATIKA PEMBAHASAN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BAGIAN SATU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432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KERANGKA PENILAIAN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02920" y="2834640"/>
            <a:ext cx="37033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3054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8408" y="4956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06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78408" y="54315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BAGIAN DUA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360920" y="2432304"/>
            <a:ext cx="432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HILIRISASI NIKEL INDONESIA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7360920" y="2834640"/>
            <a:ext cx="432511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60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07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836408" y="30540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7360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08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7836408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7360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09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836408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7360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836408" y="4480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7360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836408" y="49560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360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836408" y="5431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Simpulan dan implikasi manajerial</a:t>
            </a:r>
            <a:endParaRPr lang="en-US" sz="1150" dirty="0"/>
          </a:p>
        </p:txBody>
      </p:sp>
      <p:pic>
        <p:nvPicPr>
          <p:cNvPr id="39" name="Image 1" descr="assets/cut/a2-po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980944"/>
            <a:ext cx="2834640" cy="2345373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01   PERAN TEORI ETIKA NORMATIF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MENGAPA TEORI NORMATIF DIPERLUKAN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60000">
            <a:off x="201168" y="2788920"/>
            <a:ext cx="3611880" cy="33832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18688"/>
            <a:ext cx="2880360" cy="25145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BUKAN SEKADAR FIRASAT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97680" y="189738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17136" y="1847088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DEFINISI KONSEP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213969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Teori etika normatif adalah aturan, pedoman, prinsip, dan pendekatan yang menentukan benar dan salah.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28895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297680" y="3218688"/>
            <a:ext cx="7370064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97680" y="3493008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1.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RASIONALISASI INTUISI MORAL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4334256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yang telah dimiliki mengenai benar dan salah.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19088" y="3675888"/>
            <a:ext cx="676656" cy="585216"/>
          </a:xfrm>
          <a:prstGeom prst="arc">
            <a:avLst>
              <a:gd name="adj1" fmla="val 15300000"/>
              <a:gd name="adj2" fmla="val 2130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FFFFFF"/>
            </a:solidFill>
            <a:prstDash val="solid"/>
            <a:tailEnd type="arrow"/>
          </a:ln>
        </p:spPr>
      </p:sp>
      <p:sp>
        <p:nvSpPr>
          <p:cNvPr id="21" name="Text 17"/>
          <p:cNvSpPr txBox="1"/>
          <p:nvPr/>
        </p:nvSpPr>
        <p:spPr>
          <a:xfrm>
            <a:off x="6858000" y="3877056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2.</a:t>
            </a:r>
            <a:endParaRPr lang="en-US" sz="2600" dirty="0"/>
          </a:p>
        </p:txBody>
      </p:sp>
      <p:sp>
        <p:nvSpPr>
          <p:cNvPr id="22" name="Shape 18"/>
          <p:cNvSpPr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DASAR DISKUSI RASIONAL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0" y="4718304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sehingga perbedaan tidak berhenti pada tataran preferensi.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 rot="480000">
            <a:off x="8997696" y="4023360"/>
            <a:ext cx="676656" cy="566928"/>
          </a:xfrm>
          <a:prstGeom prst="arc">
            <a:avLst>
              <a:gd name="adj1" fmla="val 15300000"/>
              <a:gd name="adj2" fmla="val 2130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FFFFFF"/>
            </a:solidFill>
            <a:prstDash val="solid"/>
            <a:tailEnd type="arrow"/>
          </a:ln>
        </p:spPr>
      </p:sp>
      <p:sp>
        <p:nvSpPr>
          <p:cNvPr id="26" name="Text 22"/>
          <p:cNvSpPr txBox="1"/>
          <p:nvPr/>
        </p:nvSpPr>
        <p:spPr>
          <a:xfrm>
            <a:off x="9418320" y="4261104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3.</a:t>
            </a:r>
            <a:endParaRPr lang="en-US" sz="2600" dirty="0"/>
          </a:p>
        </p:txBody>
      </p:sp>
      <p:sp>
        <p:nvSpPr>
          <p:cNvPr id="27" name="Shape 23"/>
          <p:cNvSpPr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JUSTIFIKASI KEPUTUSAN BISNIS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9418320" y="5102352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dan dapat dipertanggungjawabkan kepada pemangku kepentingan.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02   POSISI DASAR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ABSOLUTISME, RELATIVISME, PLURALISME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0117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32" y="1883664"/>
            <a:ext cx="1385034" cy="21488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173626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25416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635" y="1883664"/>
            <a:ext cx="1390426" cy="2148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338218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338218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008925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760714" y="1828800"/>
            <a:ext cx="2340864" cy="2212848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795" y="1883664"/>
            <a:ext cx="1374702" cy="21488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173517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173517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600000">
            <a:off x="10561320" y="1481328"/>
            <a:ext cx="658368" cy="658368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03   KLASIFIKASI TEORI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KLASIFIKASI SEMBILAN TEORI ETIKA NORMATIF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73568" y="1847088"/>
            <a:ext cx="20117" cy="406908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847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TEORI MODERNIS BARAT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2494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237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KONSEKUENSIALIS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Egoism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5993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BERBASIS PRINSIP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84048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8795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18795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187952" y="4297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956048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10235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366760" y="2249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TEORI ALTERNATIF</a:t>
            </a:r>
            <a:endParaRPr lang="en-US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8366760" y="257860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163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381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822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965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754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4132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 rot="720000">
            <a:off x="5888736" y="4334256"/>
            <a:ext cx="1783080" cy="18745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6" name="Image 1" descr="assets/cut/a5-s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4443984"/>
            <a:ext cx="1531915" cy="1773936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KEPENTINGAN DIRI: ETHICAL EGOISM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ETHICAL EGOISM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HASIL: UTILITARIANISM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UTILITARIANISM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-48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42" y="3072384"/>
            <a:ext cx="2985156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KEWAJIBAN: IMMANUEL KANT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1D1B8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DUTY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059936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4992624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HAK DAN HAK ASASI MANUSIA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HUMAN RIGHTS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Hak dasar yang melekat, tidak dapat dicabut, dan tidak bersyarat, yang dimiliki semua manusia tanpa kecuali.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KEADILAN: RAWLS DAN KONTRAK SOSIAL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JUSTICE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Perlakuan yang adil terhadap setiap orang dalam satu situasi, sehingga semua pihak memperoleh apa yang memang menjadi haknya.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835" y="3072384"/>
            <a:ext cx="2385769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05   EVALUASI KRITIS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ENAM KETERBATASAN TEORI MODERNIS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80000">
            <a:off x="4005072" y="1700784"/>
            <a:ext cx="4206240" cy="40690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ABSTRAKSI BERLEBIH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Prinsipnya beroperasi pada tataran yang jauh dari persoalan konkret yang dihadapi manajer.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52383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REDUKSIONISME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68335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Setiap teori menonjolkan satu dimensi moralitas dan memperlakukannya sebagai keseluruhan.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68335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OBJEKTIVISME ELITIS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Kebenaran moral ditentukan melalui deduksi ahli, bukan melalui pengalaman pihak yang terlibat.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52383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IMPERSONALITAS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168335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Ikatan personal dan tanggung jawab pada pihak tertentu diposisikan sebagai pengganggu penilaian.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68335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RASIONALISME TERKODIFIKASI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Peran perasaan, empati, dan dorongan moral diabaikan dalam perumusan penilaian etis.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552383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IMPERIALISME KULTURAL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8168335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Pengalaman dan tradisi intelektual Barat diposisikan sebagai ukuran yang berlaku universal.</a:t>
            </a:r>
            <a:endParaRPr lang="en-US" sz="1000" dirty="0"/>
          </a:p>
        </p:txBody>
      </p:sp>
      <p:pic>
        <p:nvPicPr>
          <p:cNvPr id="36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02920" y="5760720"/>
            <a:ext cx="11185855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87044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alternatif tidak menggantikan teori modernis, melainkan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3060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menambahkan dimensi penilaian yang belum tercakup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karakter pelaku, relasi antarpihak, prosedur perumusan norma, dan pilihan istilah.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 DAN ETHIC OF CARE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02920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22376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PENERAPAN DALAM BISNIS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 OF CARE</a:t>
            </a:r>
            <a:endParaRPr lang="en-US" sz="2100" dirty="0"/>
          </a:p>
        </p:txBody>
      </p:sp>
      <p:sp>
        <p:nvSpPr>
          <p:cNvPr id="27" name="Text 23"/>
          <p:cNvSpPr txBox="1"/>
          <p:nvPr/>
        </p:nvSpPr>
        <p:spPr>
          <a:xfrm>
            <a:off x="8028432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28432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28432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2843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47888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2843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47888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TUNTUTAN NORMATIF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2843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47888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DAN POSTMODERN ETHICS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ETHICS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09651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09651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09651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96512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1596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09651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096512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1596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SYARAT IDEAL SPEECH SITUATION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09651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096512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31596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ORIENTASI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09651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POSTMODERN ETHICS</a:t>
            </a:r>
            <a:endParaRPr lang="en-US" sz="2100" dirty="0"/>
          </a:p>
        </p:txBody>
      </p:sp>
      <p:sp>
        <p:nvSpPr>
          <p:cNvPr id="27" name="Text 23"/>
          <p:cNvSpPr txBox="1"/>
          <p:nvPr/>
        </p:nvSpPr>
        <p:spPr>
          <a:xfrm>
            <a:off x="807415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7415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7415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7415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9360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7415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7415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9360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KRITIK TERHADAP ORGANISASI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7415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7415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9360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IMPLIKASI SIKAP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7415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07   SINTESIS KERANGKA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SEMBILAN PERTANYAAN PENILAIAN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389120" y="1737360"/>
            <a:ext cx="3429000" cy="4389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28800"/>
            <a:ext cx="3232645" cy="4133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86968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02920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6968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86968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86968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02920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52303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86968" y="5230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Justice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86968" y="5504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754112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138160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138160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754112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54112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138160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138160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7754112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754112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8138160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8138160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7754112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8138160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138160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523036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53583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BAGIAN DUA   |   STUDI KASUS INDONESIA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ANATOMI KEBIJAKAN HILIRISASI NIKEL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INSTRUMEN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2.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MEKANISME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3.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SENGKETA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5074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3799332"/>
            <a:ext cx="118872" cy="118872"/>
          </a:xfrm>
          <a:prstGeom prst="rect">
            <a:avLst/>
          </a:prstGeom>
          <a:solidFill>
            <a:srgbClr val="A5A3E0"/>
          </a:solidFill>
          <a:ln w="12700">
            <a:solidFill>
              <a:srgbClr val="A5A3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374904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KRONOLOGI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02920" y="4443984"/>
            <a:ext cx="6446520" cy="20117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94360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4632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911096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801368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2019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801368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27832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18104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2020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3118104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544568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434840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2022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434840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861304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751576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2025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5751576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285232"/>
            <a:ext cx="64465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02920" y="5413248"/>
            <a:ext cx="6446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08   FAKTA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DUA NARASI ATAS FAKTA YANG SAMA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6704" y="1920240"/>
            <a:ext cx="20117" cy="393192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600000">
            <a:off x="3447288" y="3127248"/>
            <a:ext cx="2560320" cy="27432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91840"/>
            <a:ext cx="2194560" cy="25233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2423160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0664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40 miliar dolar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02920" y="3227832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40664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41,5 miliar dolar</a:t>
            </a:r>
            <a:endParaRPr lang="en-US" sz="21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2920" y="4032504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0664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166 ribu pekerja</a:t>
            </a:r>
            <a:endParaRPr lang="en-US" sz="21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837176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40664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Pemasok terbesar</a:t>
            </a:r>
            <a:endParaRPr lang="en-US" sz="21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 rot="600000">
            <a:off x="9200236" y="3127248"/>
            <a:ext cx="2560320" cy="2743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7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91840"/>
            <a:ext cx="2194560" cy="249325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55868" y="2423160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493612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 sampai 3,6 juta</a:t>
            </a:r>
            <a:endParaRPr lang="en-US" sz="2100" dirty="0"/>
          </a:p>
        </p:txBody>
      </p:sp>
      <p:sp>
        <p:nvSpPr>
          <p:cNvPr id="30" name="Text 25"/>
          <p:cNvSpPr txBox="1"/>
          <p:nvPr/>
        </p:nvSpPr>
        <p:spPr>
          <a:xfrm>
            <a:off x="6493612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255868" y="3227832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93612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107 pekerja meninggal</a:t>
            </a:r>
            <a:endParaRPr lang="en-US" sz="2100" dirty="0"/>
          </a:p>
        </p:txBody>
      </p:sp>
      <p:sp>
        <p:nvSpPr>
          <p:cNvPr id="33" name="Text 28"/>
          <p:cNvSpPr txBox="1"/>
          <p:nvPr/>
        </p:nvSpPr>
        <p:spPr>
          <a:xfrm>
            <a:off x="6493612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6255868" y="4032504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93612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163 ribu hektare</a:t>
            </a:r>
            <a:endParaRPr lang="en-US" sz="2100" dirty="0"/>
          </a:p>
        </p:txBody>
      </p:sp>
      <p:sp>
        <p:nvSpPr>
          <p:cNvPr id="36" name="Text 31"/>
          <p:cNvSpPr txBox="1"/>
          <p:nvPr/>
        </p:nvSpPr>
        <p:spPr>
          <a:xfrm>
            <a:off x="6493612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255868" y="4837176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93612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4,35 persen</a:t>
            </a:r>
            <a:endParaRPr lang="en-US" sz="2100" dirty="0"/>
          </a:p>
        </p:txBody>
      </p:sp>
      <p:sp>
        <p:nvSpPr>
          <p:cNvPr id="39" name="Text 34"/>
          <p:cNvSpPr txBox="1"/>
          <p:nvPr/>
        </p:nvSpPr>
        <p:spPr>
          <a:xfrm>
            <a:off x="6493612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09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PENILAIAN LIMA TEORI MODERNIS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17922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5B58C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995928" y="1792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NETRAL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1773936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11880" y="2560320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670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95928" y="26700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AMBIVALEN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5852160" y="2651760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611880" y="3438144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11880" y="3547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995928" y="35478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852160" y="3529584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11880" y="4315968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611880" y="44256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3995928" y="44256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BERSYARAT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852160" y="4407408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611880" y="5193792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11880" y="5303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3995928" y="5303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Justice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5852160" y="5285232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PENILAIAN EMPAT TEORI ALTERNATIF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0525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5721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75488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15721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475488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475488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02920" y="3858768"/>
            <a:ext cx="8092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53712" y="1874520"/>
            <a:ext cx="20117" cy="393192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11   SINTESIS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SINTESIS PENILAIAN DAN EVALUASI KLAIM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535424" y="1755648"/>
            <a:ext cx="3154680" cy="42976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47088"/>
            <a:ext cx="2693938" cy="400507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32104" y="2304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Egoism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587752" y="230428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Netral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" y="26426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87752" y="264261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" y="29809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587752" y="298094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87752" y="3319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32104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Justice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2587752" y="36576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32104" y="3995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587752" y="39959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2104" y="43342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2587752" y="433425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4672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832104" y="46725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87752" y="467258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02920" y="5010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32104" y="50109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2587752" y="501091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02920" y="541324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552297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754112" y="23042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8138160" y="230428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8138160" y="2578608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7754112" y="314553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754112" y="3255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8138160" y="325526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8138160" y="3529584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7754112" y="409651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206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8138160" y="42062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8138160" y="4480560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7754112" y="504748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754112" y="51572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Text 51"/>
          <p:cNvSpPr txBox="1"/>
          <p:nvPr/>
        </p:nvSpPr>
        <p:spPr>
          <a:xfrm>
            <a:off x="8138160" y="5157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8138160" y="5431536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PENUTUP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SIMPULAN DAN IMPLIKASI MANAJERIAL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KONVERGENSI, BUKAN KESEPAKATAN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2.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KLAIM ETIS YANG GUGUR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3.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5074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KASUS YANG MASIH BERLANGSUNG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913632"/>
            <a:ext cx="6647688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11022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05993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IMPLIKASI MANAJERIAL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INTERNALISASI BIAYA TERTUNDA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2788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PELIBATAN PIHAK YANG ABSEN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788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PENGUJIAN MULTITEORI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02920" y="5705856"/>
            <a:ext cx="6647688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2920" y="5833872"/>
            <a:ext cx="6647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Manfaat yang terukur selalu lebih mudah dipertahankan daripada beban yang tersebar.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Justru karena itu beban yang tersebar perlu dihitung lebih dahulu.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TERIMA</a:t>
            </a:r>
            <a:endParaRPr lang="en-US" sz="7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KASIH</a:t>
            </a:r>
            <a:endParaRPr lang="en-US" sz="78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2026-08-27T15:03:13Z</dcterms:created>
  <dcterms:modified xsi:type="dcterms:W3CDTF">2026-08-27T15:03:13Z</dcterms:modified>
</cp:coreProperties>
</file>