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3529584"/>
            <a:ext cx="498348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498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182880" y="2011680"/>
            <a:ext cx="43434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8880"/>
            <a:ext cx="3611880" cy="31531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109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766" y="1920240"/>
            <a:ext cx="1355565" cy="2103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4861408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426" y="1920240"/>
            <a:ext cx="1360842" cy="21031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696706" y="1810512"/>
            <a:ext cx="2468880" cy="23317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19" y="1920240"/>
            <a:ext cx="1345453" cy="21031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5897880" y="4160520"/>
            <a:ext cx="1920240" cy="19202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4480560"/>
            <a:ext cx="1371600" cy="1481959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931920" cy="272491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56855" y="3127248"/>
            <a:ext cx="3931920" cy="272491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2376" y="32552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" y="3493008"/>
            <a:ext cx="34930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22376" y="4498848"/>
            <a:ext cx="3493008" cy="228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" y="46268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" y="4864608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976311" y="32552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976311" y="3493008"/>
            <a:ext cx="34930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976311" y="4498848"/>
            <a:ext cx="3493008" cy="228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720000">
            <a:off x="10820095" y="4663440"/>
            <a:ext cx="566928" cy="56692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-120000">
            <a:off x="8086039" y="5010912"/>
            <a:ext cx="27889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-120000">
            <a:off x="8086039" y="501091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 rot="-480000">
            <a:off x="4480560" y="2907792"/>
            <a:ext cx="324612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566" y="2980944"/>
            <a:ext cx="3104563" cy="309067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1755648"/>
            <a:ext cx="642823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12801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3273552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066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02920" y="4169664"/>
            <a:ext cx="6428232" cy="84124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066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066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5065776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066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066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rot="720000">
            <a:off x="841248" y="3182112"/>
            <a:ext cx="960120" cy="96012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-300000">
            <a:off x="548640" y="4078224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 rot="-300000">
            <a:off x="548640" y="40782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 rot="-480000">
            <a:off x="1810512" y="4919472"/>
            <a:ext cx="640080" cy="640080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">
            <a:off x="3154680" y="2880360"/>
            <a:ext cx="3017520" cy="32918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7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20" y="2980944"/>
            <a:ext cx="2481200" cy="309067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3108960"/>
            <a:ext cx="5376672" cy="91440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28816" y="31638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528816" y="3383280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309360" y="4078224"/>
            <a:ext cx="5376672" cy="91440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1330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528816" y="4352544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5047488"/>
            <a:ext cx="5376672" cy="91440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528816" y="51023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6528816" y="5321808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80000">
            <a:off x="4005072" y="1664208"/>
            <a:ext cx="4206240" cy="41605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04088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168335" y="1783080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735263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69503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3099816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168335" y="3099816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35263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369503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4416552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069848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68335" y="4416552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35263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369503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950" dirty="0"/>
          </a:p>
        </p:txBody>
      </p:sp>
      <p:pic>
        <p:nvPicPr>
          <p:cNvPr id="37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02920" y="5742432"/>
            <a:ext cx="11185855" cy="45720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40664" y="5852160"/>
            <a:ext cx="107103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5760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28432" y="1755648"/>
            <a:ext cx="365760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759952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284464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284464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284464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284464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284464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284464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284464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284464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096512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5254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35254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35254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35254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35254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5254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35254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35254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74152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80567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33018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33018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33018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33018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33018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33018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33018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33018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389120" y="1691640"/>
            <a:ext cx="3429000" cy="44348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10512"/>
            <a:ext cx="3246949" cy="41513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669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229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54112" y="1755648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8211312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8211312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7754112" y="2615184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211312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211312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3474720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8211312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8211312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7754112" y="4334256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8211312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8211312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7754112" y="5193792"/>
            <a:ext cx="3931920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955280" y="5340096"/>
            <a:ext cx="3529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246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532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532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8745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0208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20208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461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924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33924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6177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640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7640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9893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356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61356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084064"/>
            <a:ext cx="6647688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212080"/>
            <a:ext cx="6172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600000">
            <a:off x="3447288" y="3063240"/>
            <a:ext cx="2560320" cy="27889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46120"/>
            <a:ext cx="2194560" cy="2523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8952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58952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 rot="600000">
            <a:off x="9200236" y="3063240"/>
            <a:ext cx="2560320" cy="27889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3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46120"/>
            <a:ext cx="2194560" cy="24932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11900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520440" y="1737360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520440" y="1737360"/>
            <a:ext cx="310896" cy="82296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520440" y="1737360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810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977640" y="2139696"/>
            <a:ext cx="1572768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977640" y="2139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1847088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520440" y="2615184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977640" y="26883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977640" y="3017520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977640" y="30175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5760720" y="2724912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520440" y="3493008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520440" y="3493008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0440" y="3493008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977640" y="35661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3977640" y="3895344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977640" y="389534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760720" y="3602736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20440" y="4370832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3977640" y="4443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77640" y="4773168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977640" y="4773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760720" y="448056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3520440" y="5248656"/>
            <a:ext cx="8165592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520440" y="5248656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520440" y="5248656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3977640" y="53218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3977640" y="5650992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977640" y="56509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5760720" y="5358384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19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06424" y="1865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" y="2249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22376" y="2633472"/>
            <a:ext cx="3401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2376" y="3456432"/>
            <a:ext cx="187452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2376" y="3456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617720" y="1719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37176" y="1865376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371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221224" y="1865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837176" y="2249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4837176" y="2633472"/>
            <a:ext cx="3401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837176" y="3456432"/>
            <a:ext cx="187452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37176" y="3456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502920" y="4005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1106424" y="4151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722376" y="4535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22376" y="4919472"/>
            <a:ext cx="3401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722376" y="5742432"/>
            <a:ext cx="187452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22376" y="5742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4617720" y="4005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37176" y="4151376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8371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221224" y="4151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4837176" y="4535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837176" y="4919472"/>
            <a:ext cx="34015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37176" y="5742432"/>
            <a:ext cx="187452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37176" y="5742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40" name="Text 3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535424" y="1719072"/>
            <a:ext cx="3154680" cy="43434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06239" cy="4023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3931920" cy="422452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33272" y="22860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551176" y="228600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3272" y="26243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551176" y="262432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2962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51176" y="296265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33272" y="33009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551176" y="330098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33272" y="36393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2551176" y="363931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33272" y="39776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51176" y="39776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33272" y="431596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2551176" y="43159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33272" y="4654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551176" y="46542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33272" y="49926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2551176" y="499262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722376" y="5413248"/>
            <a:ext cx="3493008" cy="43891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50392" y="5413248"/>
            <a:ext cx="3236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7754112" y="2286000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8174736" y="23591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55" name="Text 51"/>
          <p:cNvSpPr txBox="1"/>
          <p:nvPr/>
        </p:nvSpPr>
        <p:spPr>
          <a:xfrm>
            <a:off x="8174736" y="261518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7754112" y="3236976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8174736" y="33101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8174736" y="356616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7754112" y="4187952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8174736" y="42611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8174736" y="4517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7754112" y="5138928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8174736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70" name="Text 66"/>
          <p:cNvSpPr txBox="1"/>
          <p:nvPr/>
        </p:nvSpPr>
        <p:spPr>
          <a:xfrm>
            <a:off x="8174736" y="546811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57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41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88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074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257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257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6647688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" y="5705856"/>
            <a:ext cx="6208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2026-08-27T03:57:50Z</dcterms:created>
  <dcterms:modified xsi:type="dcterms:W3CDTF">2026-08-27T03:57:50Z</dcterms:modified>
</cp:coreProperties>
</file>