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Alokasi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82828"/>
              </a:solidFill>
              <a:effectLst/>
            </c:spPr>
          </c:dPt>
          <c:dPt>
            <c:idx val="1"/>
            <c:bubble3D val="0"/>
            <c:spPr>
              <a:solidFill>
                <a:srgbClr val="818284"/>
              </a:solidFill>
              <a:effectLst/>
            </c:spPr>
          </c:dPt>
          <c:dPt>
            <c:idx val="2"/>
            <c:bubble3D val="0"/>
            <c:spPr>
              <a:solidFill>
                <a:srgbClr val="4F505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TikTok Ads</c:v>
                </c:pt>
                <c:pt idx="1">
                  <c:v>Shopee Ads</c:v>
                </c:pt>
                <c:pt idx="2">
                  <c:v>TikTok Ads for Live Affiliate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</c:v>
                </c:pt>
                <c:pt idx="1">
                  <c:v>7</c:v>
                </c:pt>
                <c:pt idx="2">
                  <c:v>10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nama tim dan tanggal sebelum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per minggu di kiri. Target, fokus produk, dan skema komisi di kanan. Label periode dirapikan dari catatan asli, isinya tidak diubah.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24 juta sudah dicek: 7 + 7 + 10. Target revenue 72 juta adalah turunan dari ROAS 3 x budget 24 juta. Ganti keterangan tanda bintang sesuai kesepakatan. Grafik bisa diubah lewat klik kanan &gt; Edit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057400" cy="3112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514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Program Affiliate  ·  September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28346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&amp; Budget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4008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Rencana kerja menuju 30 affiliate, dan alokasi biaya iklan yang menopangnya.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5577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4300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0" y="5577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4612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766560" y="5577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Prepared by  </a:t>
            </a:r>
            <a:pPr algn="r"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Team name</a:t>
            </a:r>
            <a:pPr algn="r"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   Date  </a:t>
            </a:r>
            <a:pPr algn="r"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DD Month YYYY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417320" cy="2144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447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  ·  Timeline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6642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Menuju 30 affiliate</a:t>
            </a:r>
            <a:endParaRPr lang="en-US" sz="3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14600"/>
          <a:ext cx="6858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Periode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Aktivitas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Akhir Agustus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Buat fake order bertahap, sembari menyusun list affiliate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1 September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Pastikan semua orderan sudah sampai dan sudah direview. Targetkan menghubungi 30 affiliate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2 September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Kirim barang ke minimal 10 affiliate, dan hubungi 30 affiliate berikutnya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3 September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Kirim barang ke minimal 20 affiliate lainnya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4 &amp; seterusnya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Mencari dan menghubungi affiliator baru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955280" y="2514600"/>
            <a:ext cx="3566160" cy="960120"/>
          </a:xfrm>
          <a:prstGeom prst="roundRect">
            <a:avLst>
              <a:gd name="adj" fmla="val 4762"/>
            </a:avLst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11312" y="266090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Target akhir bulan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8211312" y="2935224"/>
            <a:ext cx="3054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30 Affiliate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55280" y="3730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Product focus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955280" y="404164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339328" y="40416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Brief Dewasa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955280" y="43708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339328" y="4370832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Brief Boxer Dewasa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955280" y="470001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339328" y="4700016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Boxer Dewasa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0" y="5138928"/>
            <a:ext cx="3566160" cy="868680"/>
          </a:xfrm>
          <a:prstGeom prst="roundRect">
            <a:avLst>
              <a:gd name="adj" fmla="val 5263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11312" y="5285232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Affiliate commission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11312" y="5559552"/>
            <a:ext cx="3054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15%  +  ads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417320" cy="2144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447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  ·  Budget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66420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Alokasi budget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6112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Total budget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96112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24.000.000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4329684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85716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Target ROAS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85716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3×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019288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Target revenue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75320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72.000.000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0332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01168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Pos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Alokasi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Share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TikTok Ads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7.000.000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29%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Shopee Ads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7.000.000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29%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TikTok Ads for Live Affiliate *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10.000.000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42%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Total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Rp 24.000.000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100%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0" descr=""/>
          <p:cNvGraphicFramePr/>
          <p:nvPr/>
        </p:nvGraphicFramePr>
        <p:xfrm>
          <a:off x="7360920" y="3675888"/>
          <a:ext cx="164592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9281160" y="4114800"/>
            <a:ext cx="146304" cy="146304"/>
          </a:xfrm>
          <a:prstGeom prst="rect">
            <a:avLst/>
          </a:prstGeom>
          <a:solidFill>
            <a:srgbClr val="28282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9528048" y="40416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TikTok Ads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0744200" y="40416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 Jt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281160" y="4498848"/>
            <a:ext cx="146304" cy="146304"/>
          </a:xfrm>
          <a:prstGeom prst="rect">
            <a:avLst/>
          </a:prstGeom>
          <a:solidFill>
            <a:srgbClr val="81828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528048" y="44256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Shopee Ads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0744200" y="44256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 Jt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281160" y="4882896"/>
            <a:ext cx="146304" cy="146304"/>
          </a:xfrm>
          <a:prstGeom prst="rect">
            <a:avLst/>
          </a:prstGeom>
          <a:solidFill>
            <a:srgbClr val="4F505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528048" y="48097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Live Affiliate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10744200" y="480974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10 Jt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*  Tambahkan keterangan untuk pos ini.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Toni Black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Timeline &amp; Budget</dc:title>
  <dc:subject>PptxGenJS Presentation</dc:subject>
  <dc:creator>Toni Black</dc:creator>
  <cp:lastModifiedBy>Toni Black</cp:lastModifiedBy>
  <cp:revision>1</cp:revision>
  <dcterms:created xsi:type="dcterms:W3CDTF">2026-08-25T10:27:41Z</dcterms:created>
  <dcterms:modified xsi:type="dcterms:W3CDTF">2026-08-25T10:27:41Z</dcterms:modified>
</cp:coreProperties>
</file>