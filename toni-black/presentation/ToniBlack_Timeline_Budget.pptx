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Alokasi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82828"/>
              </a:solidFill>
              <a:effectLst/>
            </c:spPr>
          </c:dPt>
          <c:dPt>
            <c:idx val="1"/>
            <c:bubble3D val="0"/>
            <c:spPr>
              <a:solidFill>
                <a:srgbClr val="818284"/>
              </a:solidFill>
              <a:effectLst/>
            </c:spPr>
          </c:dPt>
          <c:dPt>
            <c:idx val="2"/>
            <c:bubble3D val="0"/>
            <c:spPr>
              <a:solidFill>
                <a:srgbClr val="4F5052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TikTok Ads</c:v>
                </c:pt>
                <c:pt idx="1">
                  <c:v>Shopee Ads</c:v>
                </c:pt>
                <c:pt idx="2">
                  <c:v>TikTok Ads for Live Affiliate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7</c:v>
                </c:pt>
                <c:pt idx="1">
                  <c:v>7</c:v>
                </c:pt>
                <c:pt idx="2">
                  <c:v>10</c:v>
                </c:pt>
              </c:numCache>
            </c:numRef>
          </c:val>
        </c:ser>
        <c:firstSliceAng val="0"/>
        <c:holeSize val="56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Ganti nama tim dan tanggal sebelum presentasi.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Timeline per minggu di kiri. Target, fokus produk, dan skema komisi di kanan. Label periode dirapikan dari catatan asli, isinya tidak diubah.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Total 24 juta sudah dicek: 7 + 7 + 10. Target revenue 72 juta adalah turunan dari ROAS 3 x budget 24 juta. Ganti keterangan tanda bintang sesuai kesepakatan. Grafik bisa diubah lewat klik kanan &gt; Edit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82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Dom-Manipulation/37162ed6-62c4-5584-966a-d15d826db4ae/scratchpad/deck/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0080"/>
            <a:ext cx="2057400" cy="3112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2514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20" kern="0" dirty="0">
                <a:solidFill>
                  <a:srgbClr val="818284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Affiliate Program  ·  September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640080" y="2834640"/>
            <a:ext cx="8686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8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Timeline</a:t>
            </a:r>
            <a:endParaRPr lang="en-US" sz="5400" dirty="0"/>
          </a:p>
          <a:p>
            <a:pPr indent="0" marL="0">
              <a:lnSpc>
                <a:spcPts val="58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&amp; Budget</a:t>
            </a:r>
            <a:endParaRPr lang="en-US" sz="5400" dirty="0"/>
          </a:p>
        </p:txBody>
      </p:sp>
      <p:sp>
        <p:nvSpPr>
          <p:cNvPr id="5" name="Text 2"/>
          <p:cNvSpPr/>
          <p:nvPr/>
        </p:nvSpPr>
        <p:spPr>
          <a:xfrm>
            <a:off x="640080" y="4800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Thirty affiliates by the end of September. The plan, and the budget behind it.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640080" y="55778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F5052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143000" y="55778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CCCCC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Timeline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2743200" y="55778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F5052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02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3246120" y="55778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CCCCC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Budget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766560" y="55778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18284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Prepared by  </a:t>
            </a:r>
            <a:pPr algn="r" indent="0" marL="0">
              <a:buNone/>
            </a:pPr>
            <a:r>
              <a:rPr lang="en-US" sz="1150" dirty="0">
                <a:solidFill>
                  <a:srgbClr val="CCCCCC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Team name</a:t>
            </a:r>
            <a:pPr algn="r" indent="0" marL="0">
              <a:buNone/>
            </a:pPr>
            <a:r>
              <a:rPr lang="en-US" sz="1150" dirty="0">
                <a:solidFill>
                  <a:srgbClr val="818284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        Date  </a:t>
            </a:r>
            <a:pPr algn="r" indent="0" marL="0">
              <a:buNone/>
            </a:pPr>
            <a:r>
              <a:rPr lang="en-US" sz="1150" dirty="0">
                <a:solidFill>
                  <a:srgbClr val="CCCCCC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DD Month YYYY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Dom-Manipulation/37162ed6-62c4-5584-966a-d15d826db4ae/scratchpad/dec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0080"/>
            <a:ext cx="1417320" cy="214421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444752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20" kern="0" dirty="0">
                <a:solidFill>
                  <a:srgbClr val="818284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01  ·  Timeline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640080" y="1664208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82828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Week by week to thirty</a:t>
            </a:r>
            <a:endParaRPr lang="en-US" sz="34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514600"/>
          <a:ext cx="68580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75488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spc="140" kern="0" dirty="0">
                          <a:solidFill>
                            <a:srgbClr val="FFFFFF"/>
                          </a:solidFill>
                          <a:latin typeface="Zalando Sans Expanded" pitchFamily="34" charset="0"/>
                          <a:ea typeface="Zalando Sans Expanded" pitchFamily="34" charset="-122"/>
                          <a:cs typeface="Zalando Sans Expanded" pitchFamily="34" charset="-120"/>
                        </a:rPr>
                        <a:t>Period</a:t>
                      </a:r>
                      <a:endParaRPr lang="en-US" sz="1050" dirty="0">
                        <a:latin typeface="Zalando Sans Expanded" charset="0"/>
                        <a:ea typeface="Zalando Sans Expanded" charset="0"/>
                        <a:cs typeface="Zalando Sans Expanded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8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spc="140" kern="0" dirty="0">
                          <a:solidFill>
                            <a:srgbClr val="FFFFFF"/>
                          </a:solidFill>
                          <a:latin typeface="Zalando Sans Expanded" pitchFamily="34" charset="0"/>
                          <a:ea typeface="Zalando Sans Expanded" pitchFamily="34" charset="-122"/>
                          <a:cs typeface="Zalando Sans Expanded" pitchFamily="34" charset="-120"/>
                        </a:rPr>
                        <a:t>Activity</a:t>
                      </a:r>
                      <a:endParaRPr lang="en-US" sz="1050" dirty="0">
                        <a:latin typeface="Zalando Sans Expanded" charset="0"/>
                        <a:ea typeface="Zalando Sans Expanded" charset="0"/>
                        <a:cs typeface="Zalando Sans Expanded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82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82828"/>
                          </a:solidFill>
                          <a:latin typeface="Zalando Sans Expanded" pitchFamily="34" charset="0"/>
                          <a:ea typeface="Zalando Sans Expanded" pitchFamily="34" charset="-122"/>
                          <a:cs typeface="Zalando Sans Expanded" pitchFamily="34" charset="-120"/>
                        </a:rPr>
                        <a:t>Akhir Agustus</a:t>
                      </a:r>
                      <a:endParaRPr lang="en-US" sz="1100" dirty="0">
                        <a:latin typeface="Zalando Sans Expanded" charset="0"/>
                        <a:ea typeface="Zalando Sans Expanded" charset="0"/>
                        <a:cs typeface="Zalando Sans Expanded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F5052"/>
                          </a:solidFill>
                          <a:latin typeface="Arimo" pitchFamily="34" charset="0"/>
                          <a:ea typeface="Arimo" pitchFamily="34" charset="-122"/>
                          <a:cs typeface="Arimo" pitchFamily="34" charset="-120"/>
                        </a:rPr>
                        <a:t>Buat fake order bertahap, sembari menyusun list affiliate</a:t>
                      </a:r>
                      <a:endParaRPr lang="en-US" sz="1150" dirty="0">
                        <a:latin typeface="Arimo" charset="0"/>
                        <a:ea typeface="Arimo" charset="0"/>
                        <a:cs typeface="Arimo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82828"/>
                          </a:solidFill>
                          <a:latin typeface="Zalando Sans Expanded" pitchFamily="34" charset="0"/>
                          <a:ea typeface="Zalando Sans Expanded" pitchFamily="34" charset="-122"/>
                          <a:cs typeface="Zalando Sans Expanded" pitchFamily="34" charset="-120"/>
                        </a:rPr>
                        <a:t>Minggu 1 September</a:t>
                      </a:r>
                      <a:endParaRPr lang="en-US" sz="1100" dirty="0">
                        <a:latin typeface="Zalando Sans Expanded" charset="0"/>
                        <a:ea typeface="Zalando Sans Expanded" charset="0"/>
                        <a:cs typeface="Zalando Sans Expanded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F5052"/>
                          </a:solidFill>
                          <a:latin typeface="Arimo" pitchFamily="34" charset="0"/>
                          <a:ea typeface="Arimo" pitchFamily="34" charset="-122"/>
                          <a:cs typeface="Arimo" pitchFamily="34" charset="-120"/>
                        </a:rPr>
                        <a:t>Pastikan semua orderan sudah sampai dan sudah direview. Targetkan menghubungi 30 affiliate</a:t>
                      </a:r>
                      <a:endParaRPr lang="en-US" sz="1150" dirty="0">
                        <a:latin typeface="Arimo" charset="0"/>
                        <a:ea typeface="Arimo" charset="0"/>
                        <a:cs typeface="Arimo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82828"/>
                          </a:solidFill>
                          <a:latin typeface="Zalando Sans Expanded" pitchFamily="34" charset="0"/>
                          <a:ea typeface="Zalando Sans Expanded" pitchFamily="34" charset="-122"/>
                          <a:cs typeface="Zalando Sans Expanded" pitchFamily="34" charset="-120"/>
                        </a:rPr>
                        <a:t>Minggu 2 September</a:t>
                      </a:r>
                      <a:endParaRPr lang="en-US" sz="1100" dirty="0">
                        <a:latin typeface="Zalando Sans Expanded" charset="0"/>
                        <a:ea typeface="Zalando Sans Expanded" charset="0"/>
                        <a:cs typeface="Zalando Sans Expanded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F5052"/>
                          </a:solidFill>
                          <a:latin typeface="Arimo" pitchFamily="34" charset="0"/>
                          <a:ea typeface="Arimo" pitchFamily="34" charset="-122"/>
                          <a:cs typeface="Arimo" pitchFamily="34" charset="-120"/>
                        </a:rPr>
                        <a:t>Kirim barang ke minimal 10 affiliate, dan hubungi 30 affiliate berikutnya</a:t>
                      </a:r>
                      <a:endParaRPr lang="en-US" sz="1150" dirty="0">
                        <a:latin typeface="Arimo" charset="0"/>
                        <a:ea typeface="Arimo" charset="0"/>
                        <a:cs typeface="Arimo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82828"/>
                          </a:solidFill>
                          <a:latin typeface="Zalando Sans Expanded" pitchFamily="34" charset="0"/>
                          <a:ea typeface="Zalando Sans Expanded" pitchFamily="34" charset="-122"/>
                          <a:cs typeface="Zalando Sans Expanded" pitchFamily="34" charset="-120"/>
                        </a:rPr>
                        <a:t>Minggu 3 September</a:t>
                      </a:r>
                      <a:endParaRPr lang="en-US" sz="1100" dirty="0">
                        <a:latin typeface="Zalando Sans Expanded" charset="0"/>
                        <a:ea typeface="Zalando Sans Expanded" charset="0"/>
                        <a:cs typeface="Zalando Sans Expanded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F5052"/>
                          </a:solidFill>
                          <a:latin typeface="Arimo" pitchFamily="34" charset="0"/>
                          <a:ea typeface="Arimo" pitchFamily="34" charset="-122"/>
                          <a:cs typeface="Arimo" pitchFamily="34" charset="-120"/>
                        </a:rPr>
                        <a:t>Kirim barang ke minimal 20 affiliate lainnya</a:t>
                      </a:r>
                      <a:endParaRPr lang="en-US" sz="1150" dirty="0">
                        <a:latin typeface="Arimo" charset="0"/>
                        <a:ea typeface="Arimo" charset="0"/>
                        <a:cs typeface="Arimo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82828"/>
                          </a:solidFill>
                          <a:latin typeface="Zalando Sans Expanded" pitchFamily="34" charset="0"/>
                          <a:ea typeface="Zalando Sans Expanded" pitchFamily="34" charset="-122"/>
                          <a:cs typeface="Zalando Sans Expanded" pitchFamily="34" charset="-120"/>
                        </a:rPr>
                        <a:t>Minggu 4 &amp; seterusnya</a:t>
                      </a:r>
                      <a:endParaRPr lang="en-US" sz="1100" dirty="0">
                        <a:latin typeface="Zalando Sans Expanded" charset="0"/>
                        <a:ea typeface="Zalando Sans Expanded" charset="0"/>
                        <a:cs typeface="Zalando Sans Expanded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F5052"/>
                          </a:solidFill>
                          <a:latin typeface="Arimo" pitchFamily="34" charset="0"/>
                          <a:ea typeface="Arimo" pitchFamily="34" charset="-122"/>
                          <a:cs typeface="Arimo" pitchFamily="34" charset="-120"/>
                        </a:rPr>
                        <a:t>Mencari dan menghubungi affiliator baru</a:t>
                      </a:r>
                      <a:endParaRPr lang="en-US" sz="1150" dirty="0">
                        <a:latin typeface="Arimo" charset="0"/>
                        <a:ea typeface="Arimo" charset="0"/>
                        <a:cs typeface="Arimo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7955280" y="2514600"/>
            <a:ext cx="3566160" cy="960120"/>
          </a:xfrm>
          <a:prstGeom prst="roundRect">
            <a:avLst>
              <a:gd name="adj" fmla="val 4762"/>
            </a:avLst>
          </a:prstGeom>
          <a:solidFill>
            <a:srgbClr val="282828"/>
          </a:solidFill>
          <a:ln w="12700">
            <a:solidFill>
              <a:srgbClr val="282828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8211312" y="2660904"/>
            <a:ext cx="3054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CCCCCC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Month-end target</a:t>
            </a:r>
            <a:endParaRPr lang="en-US" sz="1050" dirty="0"/>
          </a:p>
        </p:txBody>
      </p:sp>
      <p:sp>
        <p:nvSpPr>
          <p:cNvPr id="8" name="Text 4"/>
          <p:cNvSpPr/>
          <p:nvPr/>
        </p:nvSpPr>
        <p:spPr>
          <a:xfrm>
            <a:off x="8211312" y="2935224"/>
            <a:ext cx="30540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30 Affiliates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7955280" y="373075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818284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Product focus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7955280" y="4041648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CCCCC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01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8339328" y="4041648"/>
            <a:ext cx="3182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82828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Brief Dewasa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7955280" y="4370832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CCCCC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02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8339328" y="4370832"/>
            <a:ext cx="3182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82828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Brief Boxer Dewasa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7955280" y="4700016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CCCCC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03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8339328" y="4700016"/>
            <a:ext cx="3182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82828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Boxer Dewasa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7955280" y="5138928"/>
            <a:ext cx="3566160" cy="868680"/>
          </a:xfrm>
          <a:prstGeom prst="roundRect">
            <a:avLst>
              <a:gd name="adj" fmla="val 5263"/>
            </a:avLst>
          </a:prstGeom>
          <a:solidFill>
            <a:srgbClr val="F2F2F3"/>
          </a:solidFill>
          <a:ln w="12700">
            <a:solidFill>
              <a:srgbClr val="F2F2F3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211312" y="5285232"/>
            <a:ext cx="3054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4F5052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Affiliate commission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11312" y="5559552"/>
            <a:ext cx="30540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82828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15%  +  ads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Dom-Manipulation/37162ed6-62c4-5584-966a-d15d826db4ae/scratchpad/dec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0080"/>
            <a:ext cx="1417320" cy="214421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444752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20" kern="0" dirty="0">
                <a:solidFill>
                  <a:srgbClr val="818284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02  ·  Budget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640080" y="1664208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82828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Where the budget goes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640080" y="2487168"/>
            <a:ext cx="3502152" cy="960120"/>
          </a:xfrm>
          <a:prstGeom prst="roundRect">
            <a:avLst>
              <a:gd name="adj" fmla="val 4762"/>
            </a:avLst>
          </a:prstGeom>
          <a:solidFill>
            <a:srgbClr val="282828"/>
          </a:solidFill>
          <a:ln w="12700">
            <a:solidFill>
              <a:srgbClr val="28282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96112" y="2633472"/>
            <a:ext cx="2990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CCCCCC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Total budget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896112" y="2907792"/>
            <a:ext cx="29900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Rp 24.000.000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4329684" y="2487168"/>
            <a:ext cx="3502152" cy="960120"/>
          </a:xfrm>
          <a:prstGeom prst="roundRect">
            <a:avLst>
              <a:gd name="adj" fmla="val 4762"/>
            </a:avLst>
          </a:prstGeom>
          <a:solidFill>
            <a:srgbClr val="F2F2F3"/>
          </a:solidFill>
          <a:ln w="12700">
            <a:solidFill>
              <a:srgbClr val="F2F2F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85716" y="2633472"/>
            <a:ext cx="2990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4F5052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Target ROAS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4585716" y="2907792"/>
            <a:ext cx="29900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82828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3×</a:t>
            </a:r>
            <a:endParaRPr lang="en-US" sz="2100" dirty="0"/>
          </a:p>
        </p:txBody>
      </p:sp>
      <p:sp>
        <p:nvSpPr>
          <p:cNvPr id="11" name="Shape 8"/>
          <p:cNvSpPr/>
          <p:nvPr/>
        </p:nvSpPr>
        <p:spPr>
          <a:xfrm>
            <a:off x="8019288" y="2487168"/>
            <a:ext cx="3502152" cy="960120"/>
          </a:xfrm>
          <a:prstGeom prst="roundRect">
            <a:avLst>
              <a:gd name="adj" fmla="val 4762"/>
            </a:avLst>
          </a:prstGeom>
          <a:solidFill>
            <a:srgbClr val="F2F2F3"/>
          </a:solidFill>
          <a:ln w="12700">
            <a:solidFill>
              <a:srgbClr val="F2F2F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75320" y="2633472"/>
            <a:ext cx="2990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4F5052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Target revenue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275320" y="2907792"/>
            <a:ext cx="29900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82828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Rp 72.000.000</a:t>
            </a:r>
            <a:endParaRPr lang="en-US" sz="2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703320"/>
          <a:ext cx="64008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011680"/>
                <a:gridCol w="128016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spc="140" kern="0" dirty="0">
                          <a:solidFill>
                            <a:srgbClr val="FFFFFF"/>
                          </a:solidFill>
                          <a:latin typeface="Zalando Sans Expanded" pitchFamily="34" charset="0"/>
                          <a:ea typeface="Zalando Sans Expanded" pitchFamily="34" charset="-122"/>
                          <a:cs typeface="Zalando Sans Expanded" pitchFamily="34" charset="-120"/>
                        </a:rPr>
                        <a:t>Channel</a:t>
                      </a:r>
                      <a:endParaRPr lang="en-US" sz="1050" dirty="0">
                        <a:latin typeface="Zalando Sans Expanded" charset="0"/>
                        <a:ea typeface="Zalando Sans Expanded" charset="0"/>
                        <a:cs typeface="Zalando Sans Expanded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8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spc="140" kern="0" dirty="0">
                          <a:solidFill>
                            <a:srgbClr val="FFFFFF"/>
                          </a:solidFill>
                          <a:latin typeface="Zalando Sans Expanded" pitchFamily="34" charset="0"/>
                          <a:ea typeface="Zalando Sans Expanded" pitchFamily="34" charset="-122"/>
                          <a:cs typeface="Zalando Sans Expanded" pitchFamily="34" charset="-120"/>
                        </a:rPr>
                        <a:t>Allocation</a:t>
                      </a:r>
                      <a:endParaRPr lang="en-US" sz="1050" dirty="0">
                        <a:latin typeface="Zalando Sans Expanded" charset="0"/>
                        <a:ea typeface="Zalando Sans Expanded" charset="0"/>
                        <a:cs typeface="Zalando Sans Expanded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8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spc="140" kern="0" dirty="0">
                          <a:solidFill>
                            <a:srgbClr val="FFFFFF"/>
                          </a:solidFill>
                          <a:latin typeface="Zalando Sans Expanded" pitchFamily="34" charset="0"/>
                          <a:ea typeface="Zalando Sans Expanded" pitchFamily="34" charset="-122"/>
                          <a:cs typeface="Zalando Sans Expanded" pitchFamily="34" charset="-120"/>
                        </a:rPr>
                        <a:t>Share</a:t>
                      </a:r>
                      <a:endParaRPr lang="en-US" sz="1050" dirty="0">
                        <a:latin typeface="Zalando Sans Expanded" charset="0"/>
                        <a:ea typeface="Zalando Sans Expanded" charset="0"/>
                        <a:cs typeface="Zalando Sans Expanded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82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82828"/>
                          </a:solidFill>
                          <a:latin typeface="Arimo" pitchFamily="34" charset="0"/>
                          <a:ea typeface="Arimo" pitchFamily="34" charset="-122"/>
                          <a:cs typeface="Arimo" pitchFamily="34" charset="-120"/>
                        </a:rPr>
                        <a:t>TikTok Ads</a:t>
                      </a:r>
                      <a:endParaRPr lang="en-US" sz="1200" dirty="0">
                        <a:latin typeface="Arimo" charset="0"/>
                        <a:ea typeface="Arimo" charset="0"/>
                        <a:cs typeface="Arimo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4F5052"/>
                          </a:solidFill>
                          <a:latin typeface="Arimo" pitchFamily="34" charset="0"/>
                          <a:ea typeface="Arimo" pitchFamily="34" charset="-122"/>
                          <a:cs typeface="Arimo" pitchFamily="34" charset="-120"/>
                        </a:rPr>
                        <a:t>Rp 7.000.000</a:t>
                      </a:r>
                      <a:endParaRPr lang="en-US" sz="1200" dirty="0">
                        <a:latin typeface="Arimo" charset="0"/>
                        <a:ea typeface="Arimo" charset="0"/>
                        <a:cs typeface="Arimo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818284"/>
                          </a:solidFill>
                          <a:latin typeface="Arimo" pitchFamily="34" charset="0"/>
                          <a:ea typeface="Arimo" pitchFamily="34" charset="-122"/>
                          <a:cs typeface="Arimo" pitchFamily="34" charset="-120"/>
                        </a:rPr>
                        <a:t>29%</a:t>
                      </a:r>
                      <a:endParaRPr lang="en-US" sz="1200" dirty="0">
                        <a:latin typeface="Arimo" charset="0"/>
                        <a:ea typeface="Arimo" charset="0"/>
                        <a:cs typeface="Arimo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82828"/>
                          </a:solidFill>
                          <a:latin typeface="Arimo" pitchFamily="34" charset="0"/>
                          <a:ea typeface="Arimo" pitchFamily="34" charset="-122"/>
                          <a:cs typeface="Arimo" pitchFamily="34" charset="-120"/>
                        </a:rPr>
                        <a:t>Shopee Ads</a:t>
                      </a:r>
                      <a:endParaRPr lang="en-US" sz="1200" dirty="0">
                        <a:latin typeface="Arimo" charset="0"/>
                        <a:ea typeface="Arimo" charset="0"/>
                        <a:cs typeface="Arimo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4F5052"/>
                          </a:solidFill>
                          <a:latin typeface="Arimo" pitchFamily="34" charset="0"/>
                          <a:ea typeface="Arimo" pitchFamily="34" charset="-122"/>
                          <a:cs typeface="Arimo" pitchFamily="34" charset="-120"/>
                        </a:rPr>
                        <a:t>Rp 7.000.000</a:t>
                      </a:r>
                      <a:endParaRPr lang="en-US" sz="1200" dirty="0">
                        <a:latin typeface="Arimo" charset="0"/>
                        <a:ea typeface="Arimo" charset="0"/>
                        <a:cs typeface="Arimo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818284"/>
                          </a:solidFill>
                          <a:latin typeface="Arimo" pitchFamily="34" charset="0"/>
                          <a:ea typeface="Arimo" pitchFamily="34" charset="-122"/>
                          <a:cs typeface="Arimo" pitchFamily="34" charset="-120"/>
                        </a:rPr>
                        <a:t>29%</a:t>
                      </a:r>
                      <a:endParaRPr lang="en-US" sz="1200" dirty="0">
                        <a:latin typeface="Arimo" charset="0"/>
                        <a:ea typeface="Arimo" charset="0"/>
                        <a:cs typeface="Arimo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82828"/>
                          </a:solidFill>
                          <a:latin typeface="Arimo" pitchFamily="34" charset="0"/>
                          <a:ea typeface="Arimo" pitchFamily="34" charset="-122"/>
                          <a:cs typeface="Arimo" pitchFamily="34" charset="-120"/>
                        </a:rPr>
                        <a:t>TikTok Ads for Live Affiliate *</a:t>
                      </a:r>
                      <a:endParaRPr lang="en-US" sz="1200" dirty="0">
                        <a:latin typeface="Arimo" charset="0"/>
                        <a:ea typeface="Arimo" charset="0"/>
                        <a:cs typeface="Arimo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4F5052"/>
                          </a:solidFill>
                          <a:latin typeface="Arimo" pitchFamily="34" charset="0"/>
                          <a:ea typeface="Arimo" pitchFamily="34" charset="-122"/>
                          <a:cs typeface="Arimo" pitchFamily="34" charset="-120"/>
                        </a:rPr>
                        <a:t>Rp 10.000.000</a:t>
                      </a:r>
                      <a:endParaRPr lang="en-US" sz="1200" dirty="0">
                        <a:latin typeface="Arimo" charset="0"/>
                        <a:ea typeface="Arimo" charset="0"/>
                        <a:cs typeface="Arimo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818284"/>
                          </a:solidFill>
                          <a:latin typeface="Arimo" pitchFamily="34" charset="0"/>
                          <a:ea typeface="Arimo" pitchFamily="34" charset="-122"/>
                          <a:cs typeface="Arimo" pitchFamily="34" charset="-120"/>
                        </a:rPr>
                        <a:t>42%</a:t>
                      </a:r>
                      <a:endParaRPr lang="en-US" sz="1200" dirty="0">
                        <a:latin typeface="Arimo" charset="0"/>
                        <a:ea typeface="Arimo" charset="0"/>
                        <a:cs typeface="Arimo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Zalando Sans Expanded" pitchFamily="34" charset="0"/>
                          <a:ea typeface="Zalando Sans Expanded" pitchFamily="34" charset="-122"/>
                          <a:cs typeface="Zalando Sans Expanded" pitchFamily="34" charset="-120"/>
                        </a:rPr>
                        <a:t>Total</a:t>
                      </a:r>
                      <a:endParaRPr lang="en-US" sz="1200" dirty="0">
                        <a:latin typeface="Zalando Sans Expanded" charset="0"/>
                        <a:ea typeface="Zalando Sans Expanded" charset="0"/>
                        <a:cs typeface="Zalando Sans Expanded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505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Zalando Sans Expanded" pitchFamily="34" charset="0"/>
                          <a:ea typeface="Zalando Sans Expanded" pitchFamily="34" charset="-122"/>
                          <a:cs typeface="Zalando Sans Expanded" pitchFamily="34" charset="-120"/>
                        </a:rPr>
                        <a:t>Rp 24.000.000</a:t>
                      </a:r>
                      <a:endParaRPr lang="en-US" sz="1200" dirty="0">
                        <a:latin typeface="Zalando Sans Expanded" charset="0"/>
                        <a:ea typeface="Zalando Sans Expanded" charset="0"/>
                        <a:cs typeface="Zalando Sans Expanded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505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CCCCCC"/>
                          </a:solidFill>
                          <a:latin typeface="Zalando Sans Expanded" pitchFamily="34" charset="0"/>
                          <a:ea typeface="Zalando Sans Expanded" pitchFamily="34" charset="-122"/>
                          <a:cs typeface="Zalando Sans Expanded" pitchFamily="34" charset="-120"/>
                        </a:rPr>
                        <a:t>100%</a:t>
                      </a:r>
                      <a:endParaRPr lang="en-US" sz="1200" dirty="0">
                        <a:latin typeface="Zalando Sans Expanded" charset="0"/>
                        <a:ea typeface="Zalando Sans Expanded" charset="0"/>
                        <a:cs typeface="Zalando Sans Expanded" charset="0"/>
                      </a:endParaRPr>
                    </a:p>
                  </a:txBody>
                  <a:tcPr marL="146304" marR="146304" marT="0" marB="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505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Chart 0" descr=""/>
          <p:cNvGraphicFramePr/>
          <p:nvPr/>
        </p:nvGraphicFramePr>
        <p:xfrm>
          <a:off x="7360920" y="3675888"/>
          <a:ext cx="1645920" cy="1645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1"/>
          <p:cNvSpPr/>
          <p:nvPr/>
        </p:nvSpPr>
        <p:spPr>
          <a:xfrm>
            <a:off x="9281160" y="4114800"/>
            <a:ext cx="146304" cy="146304"/>
          </a:xfrm>
          <a:prstGeom prst="rect">
            <a:avLst/>
          </a:prstGeom>
          <a:solidFill>
            <a:srgbClr val="282828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9528048" y="4041648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828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TikTok Ads</a:t>
            </a:r>
            <a:endParaRPr lang="en-US" sz="1100" dirty="0"/>
          </a:p>
        </p:txBody>
      </p:sp>
      <p:sp>
        <p:nvSpPr>
          <p:cNvPr id="18" name="Text 13"/>
          <p:cNvSpPr/>
          <p:nvPr/>
        </p:nvSpPr>
        <p:spPr>
          <a:xfrm>
            <a:off x="10744200" y="4041648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4F5052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Rp 7 Jt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9281160" y="4498848"/>
            <a:ext cx="146304" cy="146304"/>
          </a:xfrm>
          <a:prstGeom prst="rect">
            <a:avLst/>
          </a:prstGeom>
          <a:solidFill>
            <a:srgbClr val="818284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9528048" y="4425696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828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Shopee Ads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10744200" y="4425696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4F5052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Rp 7 Jt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9281160" y="4882896"/>
            <a:ext cx="146304" cy="146304"/>
          </a:xfrm>
          <a:prstGeom prst="rect">
            <a:avLst/>
          </a:prstGeom>
          <a:solidFill>
            <a:srgbClr val="4F5052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9528048" y="4809744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828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Live Affiliate</a:t>
            </a:r>
            <a:endParaRPr lang="en-US" sz="1100" dirty="0"/>
          </a:p>
        </p:txBody>
      </p:sp>
      <p:sp>
        <p:nvSpPr>
          <p:cNvPr id="24" name="Text 19"/>
          <p:cNvSpPr/>
          <p:nvPr/>
        </p:nvSpPr>
        <p:spPr>
          <a:xfrm>
            <a:off x="10744200" y="4809744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4F5052"/>
                </a:solidFill>
                <a:latin typeface="Zalando Sans Expanded" pitchFamily="34" charset="0"/>
                <a:ea typeface="Zalando Sans Expanded" pitchFamily="34" charset="-122"/>
                <a:cs typeface="Zalando Sans Expanded" pitchFamily="34" charset="-120"/>
              </a:rPr>
              <a:t>Rp 10 Jt</a:t>
            </a:r>
            <a:endParaRPr lang="en-US" sz="1100" dirty="0"/>
          </a:p>
        </p:txBody>
      </p:sp>
      <p:sp>
        <p:nvSpPr>
          <p:cNvPr id="25" name="Text 20"/>
          <p:cNvSpPr/>
          <p:nvPr/>
        </p:nvSpPr>
        <p:spPr>
          <a:xfrm>
            <a:off x="640080" y="59436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18284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*  Add the note for this line.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Toni Black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Timeline &amp; Budget</dc:title>
  <dc:subject>PptxGenJS Presentation</dc:subject>
  <dc:creator>Toni Black</dc:creator>
  <cp:lastModifiedBy>Toni Black</cp:lastModifiedBy>
  <cp:revision>1</cp:revision>
  <dcterms:created xsi:type="dcterms:W3CDTF">2026-08-25T10:34:43Z</dcterms:created>
  <dcterms:modified xsi:type="dcterms:W3CDTF">2026-08-25T10:34:43Z</dcterms:modified>
</cp:coreProperties>
</file>