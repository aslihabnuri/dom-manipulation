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Alokasi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2828"/>
              </a:solidFill>
              <a:effectLst/>
            </c:spPr>
          </c:dPt>
          <c:dPt>
            <c:idx val="1"/>
            <c:bubble3D val="0"/>
            <c:spPr>
              <a:solidFill>
                <a:srgbClr val="818284"/>
              </a:solidFill>
              <a:effectLst/>
            </c:spPr>
          </c:dPt>
          <c:dPt>
            <c:idx val="2"/>
            <c:bubble3D val="0"/>
            <c:spPr>
              <a:solidFill>
                <a:srgbClr val="4F505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TikTok Ads</c:v>
                </c:pt>
                <c:pt idx="1">
                  <c:v>Shopee Ads</c:v>
                </c:pt>
                <c:pt idx="2">
                  <c:v>TikTok Ads for Live Affiliate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</c:v>
                </c:pt>
                <c:pt idx="1">
                  <c:v>7</c:v>
                </c:pt>
                <c:pt idx="2">
                  <c:v>10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Isinya sudah lengkap, tidak ada yang perlu diganti.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per minggu di kiri. Target, fokus produk, dan skema komisi di kanan. Isi aktivitas ditulis ulang mengikuti Writing Style Toni Black — kalimat aktif, langsung ke inti. Angka dan urutan kerjanya tidak berubah dari catatan asli.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24 juta sudah dicek: 7 + 7 + 10. Target revenue 48 juta adalah turunan dari ROAS 2 x budget 24 juta. Pos Live Affiliate dipakai hanya kalau ada affiliate yang bisa diajak live selling. Grafik bisa diubah lewat klik kanan &gt; Edit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om-Manipulation/37162ed6-62c4-5584-966a-d15d826db4ae/scratchpad/deck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057400" cy="311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514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20" kern="0" dirty="0">
                <a:solidFill>
                  <a:srgbClr val="818284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Affiliate Program  ·  September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28346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Timeline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&amp; Budget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Thirty affiliates by the end of September. The plan, and the budget behind it.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5577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Timeline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0" y="5577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4612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Budget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97010" y="557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Prepared by  </a:t>
            </a:r>
            <a:pPr algn="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Affimarq</a:t>
            </a:r>
            <a:pPr algn="r" indent="0" marL="0">
              <a:buNone/>
            </a:pPr>
            <a:r>
              <a:rPr lang="en-US" sz="115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Date  </a:t>
            </a:r>
            <a:pPr algn="r"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25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om-Manipulation/37162ed6-62c4-5584-966a-d15d826db4ae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417320" cy="214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20" kern="0" dirty="0">
                <a:solidFill>
                  <a:srgbClr val="818284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01  ·  Timeline  ·  September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16642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Week by week to thirty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68580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892040"/>
              </a:tblGrid>
              <a:tr h="582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Period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Activity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</a:tr>
              <a:tr h="582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82828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Late August</a:t>
                      </a:r>
                      <a:endParaRPr lang="en-US" sz="11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Place the fake orders in stages. Build the affiliate list alongside.</a:t>
                      </a:r>
                      <a:endParaRPr lang="en-US" sz="11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82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82828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Week 1</a:t>
                      </a:r>
                      <a:endParaRPr lang="en-US" sz="11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Get all orders delivered and reviewed. Contact 30 affiliates.</a:t>
                      </a:r>
                      <a:endParaRPr lang="en-US" sz="11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82828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Week 2</a:t>
                      </a:r>
                      <a:endParaRPr lang="en-US" sz="11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Ship to at least 10 affiliates. Contact the next 30.</a:t>
                      </a:r>
                      <a:endParaRPr lang="en-US" sz="11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82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82828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Week 3</a:t>
                      </a:r>
                      <a:endParaRPr lang="en-US" sz="11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Ship to at least 20 more affiliates.</a:t>
                      </a:r>
                      <a:endParaRPr lang="en-US" sz="11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82828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Week 4 onward</a:t>
                      </a:r>
                      <a:endParaRPr lang="en-US" sz="11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Keep finding new affiliates. Keep contacting them.</a:t>
                      </a:r>
                      <a:endParaRPr lang="en-US" sz="11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2514600"/>
            <a:ext cx="3596610" cy="960120"/>
          </a:xfrm>
          <a:prstGeom prst="roundRect">
            <a:avLst>
              <a:gd name="adj" fmla="val 4762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11312" y="2660904"/>
            <a:ext cx="3084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Month-end target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211312" y="2935224"/>
            <a:ext cx="30845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30 Affiliates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55280" y="3730752"/>
            <a:ext cx="3596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18284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Product focus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955280" y="40416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339328" y="4041648"/>
            <a:ext cx="32125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Brief Dewasa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955280" y="437083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339328" y="4370832"/>
            <a:ext cx="32125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Brief Boxer Dewasa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955280" y="47000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339328" y="4700016"/>
            <a:ext cx="32125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Boxer Dewasa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0" y="5138928"/>
            <a:ext cx="3596610" cy="868680"/>
          </a:xfrm>
          <a:prstGeom prst="roundRect">
            <a:avLst>
              <a:gd name="adj" fmla="val 526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11312" y="5285232"/>
            <a:ext cx="3084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Affiliate commission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211312" y="5559552"/>
            <a:ext cx="3084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15%  +  ads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om-Manipulation/37162ed6-62c4-5584-966a-d15d826db4ae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417320" cy="214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44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20" kern="0" dirty="0">
                <a:solidFill>
                  <a:srgbClr val="818284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02  ·  Budget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40080" y="16642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Where the budget goes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487168"/>
            <a:ext cx="3512302" cy="960120"/>
          </a:xfrm>
          <a:prstGeom prst="roundRect">
            <a:avLst>
              <a:gd name="adj" fmla="val 4762"/>
            </a:avLst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" y="2633472"/>
            <a:ext cx="30002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CCCCC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Total budget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96112" y="2907792"/>
            <a:ext cx="300023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Rp 24.000.000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339834" y="2487168"/>
            <a:ext cx="3512302" cy="960120"/>
          </a:xfrm>
          <a:prstGeom prst="roundRect">
            <a:avLst>
              <a:gd name="adj" fmla="val 4762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5866" y="2633472"/>
            <a:ext cx="30002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Target ROAS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95866" y="2907792"/>
            <a:ext cx="300023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2×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039588" y="2487168"/>
            <a:ext cx="3512302" cy="960120"/>
          </a:xfrm>
          <a:prstGeom prst="roundRect">
            <a:avLst>
              <a:gd name="adj" fmla="val 4762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95620" y="2633472"/>
            <a:ext cx="30002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Target revenue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95620" y="2907792"/>
            <a:ext cx="300023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8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Rp 48.000.000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6400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Channel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Allocation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spc="140" kern="0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Share</a:t>
                      </a:r>
                      <a:endParaRPr lang="en-US" sz="105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TikTok Ads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7.000.000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18284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29%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Shopee Ads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7.000.000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18284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29%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2828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TikTok Ads for Live Affiliate *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5052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Rp 10.000.000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18284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42%</a:t>
                      </a:r>
                      <a:endParaRPr lang="en-US" sz="12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Total</a:t>
                      </a:r>
                      <a:endParaRPr lang="en-US" sz="12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0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Rp 24.000.000</a:t>
                      </a:r>
                      <a:endParaRPr lang="en-US" sz="12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0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CCCCC"/>
                          </a:solidFill>
                          <a:latin typeface="Zalando Sans Expanded" pitchFamily="34" charset="0"/>
                          <a:ea typeface="Zalando Sans Expanded" pitchFamily="34" charset="-122"/>
                          <a:cs typeface="Zalando Sans Expanded" pitchFamily="34" charset="-120"/>
                        </a:rPr>
                        <a:t>100%</a:t>
                      </a:r>
                      <a:endParaRPr lang="en-US" sz="1200" dirty="0">
                        <a:latin typeface="Zalando Sans Expanded" charset="0"/>
                        <a:ea typeface="Zalando Sans Expanded" charset="0"/>
                        <a:cs typeface="Zalando Sans Expanded" charset="0"/>
                      </a:endParaRPr>
                    </a:p>
                  </a:txBody>
                  <a:tcPr marL="146304" marR="146304"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05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Chart 0" descr=""/>
          <p:cNvGraphicFramePr/>
          <p:nvPr/>
        </p:nvGraphicFramePr>
        <p:xfrm>
          <a:off x="7360920" y="3675888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1"/>
          <p:cNvSpPr/>
          <p:nvPr/>
        </p:nvSpPr>
        <p:spPr>
          <a:xfrm>
            <a:off x="9281160" y="4114800"/>
            <a:ext cx="146304" cy="146304"/>
          </a:xfrm>
          <a:prstGeom prst="rect">
            <a:avLst/>
          </a:prstGeom>
          <a:solidFill>
            <a:srgbClr val="28282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528048" y="40416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TikTok Ads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774650" y="40416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Rp 7 Jt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81160" y="4498848"/>
            <a:ext cx="146304" cy="146304"/>
          </a:xfrm>
          <a:prstGeom prst="rect">
            <a:avLst/>
          </a:prstGeom>
          <a:solidFill>
            <a:srgbClr val="81828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528048" y="44256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Shopee Ads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0774650" y="44256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Rp 7 Jt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281160" y="4882896"/>
            <a:ext cx="146304" cy="146304"/>
          </a:xfrm>
          <a:prstGeom prst="rect">
            <a:avLst/>
          </a:prstGeom>
          <a:solidFill>
            <a:srgbClr val="4F505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528048" y="48097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82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Affiliate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0774650" y="48097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5052"/>
                </a:solidFill>
                <a:latin typeface="Zalando Sans Expanded" pitchFamily="34" charset="0"/>
                <a:ea typeface="Zalando Sans Expanded" pitchFamily="34" charset="-122"/>
                <a:cs typeface="Zalando Sans Expanded" pitchFamily="34" charset="-120"/>
              </a:rPr>
              <a:t>Rp 10 Jt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284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*  Spent only when affiliates are available for live selling.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Toni Black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&amp; Budget</dc:title>
  <dc:subject>PptxGenJS Presentation</dc:subject>
  <dc:creator>Toni Black</dc:creator>
  <cp:lastModifiedBy>Toni Black</cp:lastModifiedBy>
  <cp:revision>1</cp:revision>
  <dcterms:created xsi:type="dcterms:W3CDTF">2026-08-26T06:26:04Z</dcterms:created>
  <dcterms:modified xsi:type="dcterms:W3CDTF">2026-08-26T06:26:04Z</dcterms:modified>
</cp:coreProperties>
</file>