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82828"/>
              </a:solidFill>
              <a:effectLst/>
            </c:spPr>
          </c:dPt>
          <c:dPt>
            <c:idx val="1"/>
            <c:bubble3D val="0"/>
            <c:spPr>
              <a:solidFill>
                <a:srgbClr val="4F5052"/>
              </a:solidFill>
              <a:effectLst/>
            </c:spPr>
          </c:dPt>
          <c:dPt>
            <c:idx val="2"/>
            <c:bubble3D val="0"/>
            <c:spPr>
              <a:solidFill>
                <a:srgbClr val="818284"/>
              </a:solidFill>
              <a:effectLst/>
            </c:spPr>
          </c:dPt>
          <c:dPt>
            <c:idx val="3"/>
            <c:bubble3D val="0"/>
            <c:spPr>
              <a:solidFill>
                <a:srgbClr val="A8A9AB"/>
              </a:solidFill>
              <a:effectLst/>
            </c:spPr>
          </c:dPt>
          <c:dPt>
            <c:idx val="4"/>
            <c:bubble3D val="0"/>
            <c:spPr>
              <a:solidFill>
                <a:srgbClr val="CCCCCC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m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m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m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m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m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Production</c:v>
                </c:pt>
                <c:pt idx="1">
                  <c:v>Media</c:v>
                </c:pt>
                <c:pt idx="2">
                  <c:v>Talent</c:v>
                </c:pt>
                <c:pt idx="3">
                  <c:v>Post-production</c:v>
                </c:pt>
                <c:pt idx="4">
                  <c:v>Contingency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30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nama tim dan tanggal. Judul boleh tetap.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bagian saja. Kalau perlu bagian ketiga, duplikat kartunya.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pembatas. Ganti kalimat pengantarnya.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kartu fase. Hapus satu kartu kalau cuma butuh tiga, lalu lebarkan sisanya.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 jadwal. Tambah baris workstream lewat menu tabel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milestone. Angka tanggal sengaja besar supaya terbaca dari jauh.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pembatas kedua.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angka utama. Kartu pertama sengaja gelap supaya jadi fokus.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Tambah baris lewat menu tabel. Baris Total sengaja dibedakan warnanya.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Klik kanan grafik &gt; Edit Data untuk mengganti angka. Legenda di kanan diketik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asumsi. Ini yang biasanya ditanya klien duluan.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Ganti tiga langkah tindak lanjutnya.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2057400" cy="311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7889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September Campaign  ·  9 to 9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310896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&amp; Budget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640080" y="5394960"/>
            <a:ext cx="1005840" cy="18288"/>
          </a:xfrm>
          <a:prstGeom prst="rect">
            <a:avLst/>
          </a:prstGeom>
          <a:solidFill>
            <a:srgbClr val="4F5052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Team name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02336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DD Month YYYY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Agenda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What we will cover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320040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32004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01168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011680" y="38039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Fase kerja, jadwal mingguan, dan milestone yang disepakati.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461772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011680" y="4800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011680" y="522122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Rincian biaya, alokasi per pos, dan asumsi yang dipakai.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7600" dirty="0"/>
          </a:p>
        </p:txBody>
      </p:sp>
      <p:sp>
        <p:nvSpPr>
          <p:cNvPr id="4" name="Text 1"/>
          <p:cNvSpPr/>
          <p:nvPr/>
        </p:nvSpPr>
        <p:spPr>
          <a:xfrm>
            <a:off x="640080" y="3657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Ringkasan satu kalimat tentang periode kerja.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  ·  Phases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Four phases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3063240"/>
            <a:ext cx="2500884" cy="2606040"/>
          </a:xfrm>
          <a:prstGeom prst="roundRect">
            <a:avLst>
              <a:gd name="adj" fmla="val 182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32688" y="3337560"/>
            <a:ext cx="1952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Phase 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32688" y="3721608"/>
            <a:ext cx="1952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4206240"/>
            <a:ext cx="19522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pertama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kedua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33572" y="3063240"/>
            <a:ext cx="2500884" cy="2606040"/>
          </a:xfrm>
          <a:prstGeom prst="roundRect">
            <a:avLst>
              <a:gd name="adj" fmla="val 182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26180" y="3337560"/>
            <a:ext cx="1952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Phase 02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726180" y="3721608"/>
            <a:ext cx="1952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726180" y="4206240"/>
            <a:ext cx="19522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pertama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kedua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27064" y="3063240"/>
            <a:ext cx="2500884" cy="2606040"/>
          </a:xfrm>
          <a:prstGeom prst="roundRect">
            <a:avLst>
              <a:gd name="adj" fmla="val 182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19672" y="3337560"/>
            <a:ext cx="1952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Phase 03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519672" y="3721608"/>
            <a:ext cx="1952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519672" y="4206240"/>
            <a:ext cx="19522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pertama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kedua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020556" y="3063240"/>
            <a:ext cx="2500884" cy="2606040"/>
          </a:xfrm>
          <a:prstGeom prst="roundRect">
            <a:avLst>
              <a:gd name="adj" fmla="val 182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13164" y="3337560"/>
            <a:ext cx="1952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Phase 04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313164" y="3721608"/>
            <a:ext cx="1952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313164" y="4206240"/>
            <a:ext cx="19522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pertama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Deliverable kedua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008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Catatan singkat di bawah kartu, kalau perlu.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  ·  Schedule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Week by week</a:t>
            </a:r>
            <a:endParaRPr lang="en-US" sz="3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08760"/>
                <a:gridCol w="1508760"/>
                <a:gridCol w="1508760"/>
                <a:gridCol w="1508760"/>
                <a:gridCol w="181965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Workstream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1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2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3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Week 4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Owner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Concept &amp; copy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Nama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Photo production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Nama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Design &amp; layout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Nama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Review &amp; approval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Nama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Publish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Nama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Isi sel minggu dengan blok warna atau tanda centang sesuai kebutuhan.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  ·  Milestones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Three dates that matter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3108960"/>
            <a:ext cx="33512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DD.MM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Milestone name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4526280"/>
            <a:ext cx="3351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Apa yang selesai pada tanggal ini.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402836" y="3108960"/>
            <a:ext cx="33512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DD.MM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402836" y="411480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Milestone name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402836" y="4526280"/>
            <a:ext cx="3351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Apa yang selesai pada tanggal ini.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65592" y="3108960"/>
            <a:ext cx="33512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DD.MM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8165592" y="4114800"/>
            <a:ext cx="3351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Milestone name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65592" y="4526280"/>
            <a:ext cx="3351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Apa yang selesai pada tanggal ini.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7600" dirty="0"/>
          </a:p>
        </p:txBody>
      </p:sp>
      <p:sp>
        <p:nvSpPr>
          <p:cNvPr id="4" name="Text 1"/>
          <p:cNvSpPr/>
          <p:nvPr/>
        </p:nvSpPr>
        <p:spPr>
          <a:xfrm>
            <a:off x="640080" y="3657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4008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Ringkasan satu kalimat tentang cakupan biaya.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  ·  Summary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The headline numbers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3063240"/>
            <a:ext cx="3351276" cy="2286000"/>
          </a:xfrm>
          <a:prstGeom prst="roundRect">
            <a:avLst>
              <a:gd name="adj" fmla="val 2000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32688" y="3410712"/>
            <a:ext cx="2766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000.000.000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32688" y="4160520"/>
            <a:ext cx="27660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Total budget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32688" y="4544568"/>
            <a:ext cx="2766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Seluruh pos, sudah termasuk pajak.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02836" y="3063240"/>
            <a:ext cx="3351276" cy="2286000"/>
          </a:xfrm>
          <a:prstGeom prst="roundRect">
            <a:avLst>
              <a:gd name="adj" fmla="val 2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95444" y="3410712"/>
            <a:ext cx="2766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000.000.000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4695444" y="4160520"/>
            <a:ext cx="27660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695444" y="4544568"/>
            <a:ext cx="2766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Foto, desain, dan produksi aset.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65592" y="3063240"/>
            <a:ext cx="3351276" cy="2286000"/>
          </a:xfrm>
          <a:prstGeom prst="roundRect">
            <a:avLst>
              <a:gd name="adj" fmla="val 2000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58200" y="3410712"/>
            <a:ext cx="2766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000.000.000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8458200" y="4160520"/>
            <a:ext cx="27660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Media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458200" y="4544568"/>
            <a:ext cx="27660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Belanja iklan berbayar.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  ·  Breakdown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Line by line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828800"/>
                <a:gridCol w="1828800"/>
                <a:gridCol w="2916936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Item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Qty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Unit cost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Subtotal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Notes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Item name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Item name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Item name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Item name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Item name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0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Total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Rp 0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  ·  Allocation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Where it goes</a:t>
            </a:r>
            <a:endParaRPr lang="en-US" sz="3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8803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309360" y="3282696"/>
            <a:ext cx="164592" cy="164592"/>
          </a:xfrm>
          <a:prstGeom prst="rect">
            <a:avLst/>
          </a:prstGeom>
          <a:solidFill>
            <a:srgbClr val="28282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629400" y="32004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Production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9692640" y="32004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35%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309360" y="3794760"/>
            <a:ext cx="164592" cy="164592"/>
          </a:xfrm>
          <a:prstGeom prst="rect">
            <a:avLst/>
          </a:prstGeom>
          <a:solidFill>
            <a:srgbClr val="4F505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629400" y="3712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Media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692640" y="37124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30%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309360" y="4306824"/>
            <a:ext cx="164592" cy="164592"/>
          </a:xfrm>
          <a:prstGeom prst="rect">
            <a:avLst/>
          </a:prstGeom>
          <a:solidFill>
            <a:srgbClr val="81828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29400" y="42245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Talent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9692640" y="42245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15%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309360" y="4818888"/>
            <a:ext cx="164592" cy="164592"/>
          </a:xfrm>
          <a:prstGeom prst="rect">
            <a:avLst/>
          </a:prstGeom>
          <a:solidFill>
            <a:srgbClr val="A8A9A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629400" y="473659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Post-production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692640" y="4736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12%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09360" y="5330952"/>
            <a:ext cx="164592" cy="16459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29400" y="52486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Contingency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9692640" y="52486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8%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309360" y="5897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Angka contoh. Ganti nilainya lewat Edit Data pada grafik.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508760" cy="2282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600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Notes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Assumptions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3108960"/>
            <a:ext cx="5166360" cy="1325880"/>
          </a:xfrm>
          <a:prstGeom prst="roundRect">
            <a:avLst>
              <a:gd name="adj" fmla="val 344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32688" y="3310128"/>
            <a:ext cx="4581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Scope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32688" y="3694176"/>
            <a:ext cx="4581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Apa yang termasuk dan tidak termasuk dalam angka ini.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355080" y="3108960"/>
            <a:ext cx="5166360" cy="1325880"/>
          </a:xfrm>
          <a:prstGeom prst="roundRect">
            <a:avLst>
              <a:gd name="adj" fmla="val 344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47688" y="3310128"/>
            <a:ext cx="4581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47688" y="3694176"/>
            <a:ext cx="4581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Tanggal mulai dan syarat yang harus dipenuhi.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846320"/>
            <a:ext cx="5166360" cy="1325880"/>
          </a:xfrm>
          <a:prstGeom prst="roundRect">
            <a:avLst>
              <a:gd name="adj" fmla="val 344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5047488"/>
            <a:ext cx="4581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Approval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32688" y="5431536"/>
            <a:ext cx="4581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Berapa putaran revisi yang sudah dihitung.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55080" y="4846320"/>
            <a:ext cx="5166360" cy="1325880"/>
          </a:xfrm>
          <a:prstGeom prst="roundRect">
            <a:avLst>
              <a:gd name="adj" fmla="val 3448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47688" y="5047488"/>
            <a:ext cx="4581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Exclusions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47688" y="5431536"/>
            <a:ext cx="4581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505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Biaya yang belum masuk hitungan.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1828800" cy="2766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1488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Closing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2468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Next steps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417320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Langkah pertama setelah presentasi ini.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4370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17320" y="437083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Langkah kedua.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0840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03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417320" y="508406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Langkah ketiga.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www.toniblack.com   ·   @toniblack.id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Toni Black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Timeline &amp; Budget</dc:title>
  <dc:subject>PptxGenJS Presentation</dc:subject>
  <dc:creator>Toni Black</dc:creator>
  <cp:lastModifiedBy>Toni Black</cp:lastModifiedBy>
  <cp:revision>1</cp:revision>
  <dcterms:created xsi:type="dcterms:W3CDTF">2026-08-24T10:07:16Z</dcterms:created>
  <dcterms:modified xsi:type="dcterms:W3CDTF">2026-08-24T10:07:16Z</dcterms:modified>
</cp:coreProperties>
</file>