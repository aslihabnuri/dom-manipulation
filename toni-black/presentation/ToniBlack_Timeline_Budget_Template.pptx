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2828"/>
              </a:solidFill>
              <a:effectLst/>
            </c:spPr>
          </c:dPt>
          <c:dPt>
            <c:idx val="1"/>
            <c:bubble3D val="0"/>
            <c:spPr>
              <a:solidFill>
                <a:srgbClr val="4F5052"/>
              </a:solidFill>
              <a:effectLst/>
            </c:spPr>
          </c:dPt>
          <c:dPt>
            <c:idx val="2"/>
            <c:bubble3D val="0"/>
            <c:spPr>
              <a:solidFill>
                <a:srgbClr val="818284"/>
              </a:solidFill>
              <a:effectLst/>
            </c:spPr>
          </c:dPt>
          <c:dPt>
            <c:idx val="3"/>
            <c:bubble3D val="0"/>
            <c:spPr>
              <a:solidFill>
                <a:srgbClr val="CCCCC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Production</c:v>
                </c:pt>
                <c:pt idx="1">
                  <c:v>Media</c:v>
                </c:pt>
                <c:pt idx="2">
                  <c:v>Talent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32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Ganti kalimat pengantar, nama tim, dan tanggal.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slide untuk seluruh timeline. Tiga tanggal kunci di kanan atas, jadwal mingguan di tabel. Tambah baris lewat menu tabel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slide untuk seluruh budget. Tabel rincian di kiri dengan baris Total, angka utama dan alokasi di kanan. Legenda diketik manual, sesuaikan kalau angkanya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57400" cy="311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514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September Campaign  ·  9 to 9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28346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Timeline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&amp; Budget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4800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Satu kalimat pengantar tentang apa yang diajukan.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5577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Timeline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5577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4612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Budget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  </a:t>
            </a:r>
            <a:pPr algn="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 name</a:t>
            </a:r>
            <a:pPr algn="r" indent="0" marL="0">
              <a:buNone/>
            </a:pPr>
            <a:r>
              <a:rPr lang="en-US" sz="11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Date  </a:t>
            </a:r>
            <a:pPr algn="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DD Month YYYY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417320" cy="214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01  ·  Timeline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166420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Periode kerja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406640" y="1572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DD.MM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06640" y="19568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778240" y="1572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DD.MM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0" y="19568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49840" y="1572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DD.MM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149840" y="19568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Milestone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554480"/>
                <a:gridCol w="1554480"/>
                <a:gridCol w="1554480"/>
                <a:gridCol w="15544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Workstream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1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2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3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4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Owner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Concept &amp; copy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Nama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Photo production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Nama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Design &amp; layout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Nama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Review &amp; approval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Nama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Publish &amp; monitor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Nama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Tandai sel minggu yang aktif dengan blok charcoal, supaya alur kerjanya terbaca sekali lihat.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417320" cy="214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02  ·  Budget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166420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Rincian biaya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46304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Item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Qty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Unit cost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Subtotal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Item name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Item name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Item name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Item name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Item name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Total</a:t>
                      </a:r>
                      <a:endParaRPr lang="en-US" sz="12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Rp 0</a:t>
                      </a:r>
                      <a:endParaRPr lang="en-US" sz="12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269748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95528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000.000.000</a:t>
            </a:r>
            <a:endParaRPr lang="en-US" sz="2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498080" y="3794760"/>
          <a:ext cx="1828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9646920" y="4114800"/>
            <a:ext cx="146304" cy="146304"/>
          </a:xfrm>
          <a:prstGeom prst="rect">
            <a:avLst/>
          </a:prstGeom>
          <a:solidFill>
            <a:srgbClr val="28282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921240" y="4041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927080" y="40416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40%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9646920" y="4498848"/>
            <a:ext cx="146304" cy="146304"/>
          </a:xfrm>
          <a:prstGeom prst="rect">
            <a:avLst/>
          </a:prstGeom>
          <a:solidFill>
            <a:srgbClr val="4F505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921240" y="44256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0927080" y="442569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32%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646920" y="4882896"/>
            <a:ext cx="146304" cy="146304"/>
          </a:xfrm>
          <a:prstGeom prst="rect">
            <a:avLst/>
          </a:prstGeom>
          <a:solidFill>
            <a:srgbClr val="81828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921240" y="48097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Talent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927080" y="48097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18%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646920" y="5266944"/>
            <a:ext cx="146304" cy="1463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21240" y="5193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Other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0927080" y="51937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Angka alokasi hanya contoh. Klik kanan grafik lalu Edit Data untuk menggantinya.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Toni Black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&amp; Budget</dc:title>
  <dc:subject>PptxGenJS Presentation</dc:subject>
  <dc:creator>Toni Black</dc:creator>
  <cp:lastModifiedBy>Toni Black</cp:lastModifiedBy>
  <cp:revision>1</cp:revision>
  <dcterms:created xsi:type="dcterms:W3CDTF">2026-08-25T10:06:20Z</dcterms:created>
  <dcterms:modified xsi:type="dcterms:W3CDTF">2026-08-25T10:06:20Z</dcterms:modified>
</cp:coreProperties>
</file>