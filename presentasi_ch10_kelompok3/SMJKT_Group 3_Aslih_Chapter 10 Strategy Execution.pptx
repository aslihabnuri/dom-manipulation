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55604bf8-dd88-acd5-e7a8-d64aba566eb6}">
          <p14:sldIdLst>
            <p14:sldId id="256"/>
            <p14:sldId id="257"/>
            <p14:sldId id="258"/>
          </p14:sldIdLst>
        </p14:section>
        <p14:section name="01 Landasan" id="{7e5325e9-5ece-a056-401f-b70fe700eb2a}">
          <p14:sldIdLst>
            <p14:sldId id="259"/>
            <p14:sldId id="260"/>
            <p14:sldId id="261"/>
            <p14:sldId id="262"/>
          </p14:sldIdLst>
        </p14:section>
        <p14:section name="02 Staffing" id="{42e8da82-80ff-1e33-affc-74d568fe206c}">
          <p14:sldIdLst>
            <p14:sldId id="263"/>
            <p14:sldId id="264"/>
          </p14:sldIdLst>
        </p14:section>
        <p14:section name="03 Capabilities" id="{336d8d39-e038-dbb5-106f-21f74a5e0b2f}">
          <p14:sldIdLst>
            <p14:sldId id="265"/>
            <p14:sldId id="266"/>
            <p14:sldId id="267"/>
            <p14:sldId id="268"/>
          </p14:sldIdLst>
        </p14:section>
        <p14:section name="04 Structure" id="{592eb264-1532-f062-e7d3-acd1a46c0410}">
          <p14:sldIdLst>
            <p14:sldId id="269"/>
            <p14:sldId id="270"/>
            <p14:sldId id="271"/>
            <p14:sldId id="272"/>
            <p14:sldId id="273"/>
          </p14:sldIdLst>
        </p14:section>
        <p14:section name="05 Sintesis" id="{c2525cb2-4d77-6eb4-dc11-3f672eecf4da}">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oggle"/>
          <p:cNvSpPr/>
          <p:nvPr/>
        </p:nvSpPr>
        <p:spPr>
          <a:xfrm>
            <a:off x="502920" y="530352"/>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804672" y="566928"/>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845820" y="608076"/>
            <a:ext cx="118872" cy="118872"/>
          </a:xfrm>
          <a:prstGeom prst="rect">
            <a:avLst/>
          </a:prstGeom>
        </p:spPr>
      </p:pic>
      <p:sp>
        <p:nvSpPr>
          <p:cNvPr id="11" name="text"/>
          <p:cNvSpPr txBox="1"/>
          <p:nvPr/>
        </p:nvSpPr>
        <p:spPr>
          <a:xfrm>
            <a:off x="502920" y="914400"/>
            <a:ext cx="6400800" cy="17373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2" name="pill"/>
          <p:cNvSpPr/>
          <p:nvPr/>
        </p:nvSpPr>
        <p:spPr>
          <a:xfrm>
            <a:off x="502920" y="2743200"/>
            <a:ext cx="4023360" cy="402336"/>
          </a:xfrm>
          <a:prstGeom prst="roundRect">
            <a:avLst>
              <a:gd name="adj" fmla="val 113636"/>
            </a:avLst>
          </a:prstGeom>
          <a:solidFill>
            <a:srgbClr val="F4F4F4"/>
          </a:solidFill>
          <a:ln w="9525">
            <a:solidFill>
              <a:srgbClr val="141417"/>
            </a:solidFill>
            <a:prstDash val="solid"/>
          </a:ln>
        </p:spPr>
      </p:sp>
      <p:sp>
        <p:nvSpPr>
          <p:cNvPr id="13" name="text"/>
          <p:cNvSpPr txBox="1"/>
          <p:nvPr/>
        </p:nvSpPr>
        <p:spPr>
          <a:xfrm>
            <a:off x="612648" y="27432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 CAPABILITIES, AND STRUCTURE</a:t>
            </a:r>
            <a:endParaRPr lang="en-US" sz="1300" dirty="0"/>
          </a:p>
        </p:txBody>
      </p:sp>
      <p:sp>
        <p:nvSpPr>
          <p:cNvPr id="14" name="card"/>
          <p:cNvSpPr/>
          <p:nvPr/>
        </p:nvSpPr>
        <p:spPr>
          <a:xfrm>
            <a:off x="502920" y="3337560"/>
            <a:ext cx="2148840" cy="1508760"/>
          </a:xfrm>
          <a:prstGeom prst="roundRect">
            <a:avLst>
              <a:gd name="adj" fmla="val 12121"/>
            </a:avLst>
          </a:prstGeom>
          <a:solidFill>
            <a:srgbClr val="E8E8E8"/>
          </a:solidFill>
          <a:ln w="6350">
            <a:solidFill>
              <a:srgbClr val="E8E8E8"/>
            </a:solidFill>
            <a:prstDash val="solid"/>
          </a:ln>
        </p:spPr>
      </p:sp>
      <p:sp>
        <p:nvSpPr>
          <p:cNvPr id="15" name="text"/>
          <p:cNvSpPr txBox="1"/>
          <p:nvPr/>
        </p:nvSpPr>
        <p:spPr>
          <a:xfrm>
            <a:off x="75895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6" name="text"/>
          <p:cNvSpPr txBox="1"/>
          <p:nvPr/>
        </p:nvSpPr>
        <p:spPr>
          <a:xfrm>
            <a:off x="75895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5A5A5F"/>
                </a:solidFill>
                <a:latin typeface="Outfit" pitchFamily="34" charset="0"/>
                <a:ea typeface="Outfit" pitchFamily="34" charset="-122"/>
                <a:cs typeface="Outfit" pitchFamily="34" charset="-120"/>
              </a:rPr>
              <a:t>Thompson dkk. (2024)</a:t>
            </a:r>
            <a:endParaRPr lang="en-US" sz="1300" dirty="0"/>
          </a:p>
        </p:txBody>
      </p:sp>
      <p:sp>
        <p:nvSpPr>
          <p:cNvPr id="17" name="card"/>
          <p:cNvSpPr/>
          <p:nvPr/>
        </p:nvSpPr>
        <p:spPr>
          <a:xfrm>
            <a:off x="2834640" y="3337560"/>
            <a:ext cx="2148840" cy="1508760"/>
          </a:xfrm>
          <a:prstGeom prst="roundRect">
            <a:avLst>
              <a:gd name="adj" fmla="val 12121"/>
            </a:avLst>
          </a:prstGeom>
          <a:solidFill>
            <a:srgbClr val="D4FC00"/>
          </a:solidFill>
          <a:ln w="6350">
            <a:solidFill>
              <a:srgbClr val="D4FC00"/>
            </a:solidFill>
            <a:prstDash val="solid"/>
          </a:ln>
        </p:spPr>
      </p:sp>
      <p:sp>
        <p:nvSpPr>
          <p:cNvPr id="18" name="text"/>
          <p:cNvSpPr txBox="1"/>
          <p:nvPr/>
        </p:nvSpPr>
        <p:spPr>
          <a:xfrm>
            <a:off x="309067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9" name="text"/>
          <p:cNvSpPr txBox="1"/>
          <p:nvPr/>
        </p:nvSpPr>
        <p:spPr>
          <a:xfrm>
            <a:off x="309067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1A1A1C"/>
                </a:solidFill>
                <a:latin typeface="Outfit" pitchFamily="34" charset="0"/>
                <a:ea typeface="Outfit" pitchFamily="34" charset="-122"/>
                <a:cs typeface="Outfit" pitchFamily="34" charset="-120"/>
              </a:rPr>
              <a:t>Dr. Rangga Almahendra, S.T., M.M.</a:t>
            </a:r>
            <a:endParaRPr lang="en-US" sz="1300" dirty="0"/>
          </a:p>
        </p:txBody>
      </p:sp>
      <p:sp>
        <p:nvSpPr>
          <p:cNvPr id="20" name="card"/>
          <p:cNvSpPr/>
          <p:nvPr/>
        </p:nvSpPr>
        <p:spPr>
          <a:xfrm>
            <a:off x="5166360" y="3337560"/>
            <a:ext cx="2148840" cy="1508760"/>
          </a:xfrm>
          <a:prstGeom prst="roundRect">
            <a:avLst>
              <a:gd name="adj" fmla="val 12121"/>
            </a:avLst>
          </a:prstGeom>
          <a:solidFill>
            <a:srgbClr val="141417"/>
          </a:solidFill>
          <a:ln w="6350">
            <a:solidFill>
              <a:srgbClr val="141417"/>
            </a:solidFill>
            <a:prstDash val="solid"/>
          </a:ln>
        </p:spPr>
      </p:sp>
      <p:sp>
        <p:nvSpPr>
          <p:cNvPr id="21" name="text"/>
          <p:cNvSpPr txBox="1"/>
          <p:nvPr/>
        </p:nvSpPr>
        <p:spPr>
          <a:xfrm>
            <a:off x="542239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2" name="text"/>
          <p:cNvSpPr txBox="1"/>
          <p:nvPr/>
        </p:nvSpPr>
        <p:spPr>
          <a:xfrm>
            <a:off x="542239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BDBDC2"/>
                </a:solidFill>
                <a:latin typeface="Outfit" pitchFamily="34" charset="0"/>
                <a:ea typeface="Outfit" pitchFamily="34" charset="-122"/>
                <a:cs typeface="Outfit" pitchFamily="34" charset="-120"/>
              </a:rPr>
              <a:t>MM FEB UGM</a:t>
            </a:r>
            <a:endParaRPr lang="en-US" sz="1300" dirty="0"/>
          </a:p>
        </p:txBody>
      </p:sp>
      <p:sp>
        <p:nvSpPr>
          <p:cNvPr id="23" name="text"/>
          <p:cNvSpPr txBox="1"/>
          <p:nvPr/>
        </p:nvSpPr>
        <p:spPr>
          <a:xfrm>
            <a:off x="502920" y="51663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Aslih Abnuri</a:t>
            </a:r>
            <a:endParaRPr lang="en-US" sz="1400" dirty="0"/>
          </a:p>
        </p:txBody>
      </p:sp>
      <p:sp>
        <p:nvSpPr>
          <p:cNvPr id="24" name="text"/>
          <p:cNvSpPr txBox="1"/>
          <p:nvPr/>
        </p:nvSpPr>
        <p:spPr>
          <a:xfrm>
            <a:off x="502920" y="546811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25/574338/PEK/31801</a:t>
            </a:r>
            <a:endParaRPr lang="en-US" sz="1300" dirty="0"/>
          </a:p>
        </p:txBody>
      </p:sp>
      <p:sp>
        <p:nvSpPr>
          <p:cNvPr id="25" name="text"/>
          <p:cNvSpPr txBox="1"/>
          <p:nvPr/>
        </p:nvSpPr>
        <p:spPr>
          <a:xfrm>
            <a:off x="4023360" y="51663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Tifani Puspita</a:t>
            </a:r>
            <a:endParaRPr lang="en-US" sz="1400" dirty="0"/>
          </a:p>
        </p:txBody>
      </p:sp>
      <p:sp>
        <p:nvSpPr>
          <p:cNvPr id="26" name="text"/>
          <p:cNvSpPr txBox="1"/>
          <p:nvPr/>
        </p:nvSpPr>
        <p:spPr>
          <a:xfrm>
            <a:off x="4023360" y="546811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25/574443/PEK/31851</a:t>
            </a:r>
            <a:endParaRPr lang="en-US" sz="1300" dirty="0"/>
          </a:p>
        </p:txBody>
      </p:sp>
      <p:sp>
        <p:nvSpPr>
          <p:cNvPr id="27" name="text"/>
          <p:cNvSpPr txBox="1"/>
          <p:nvPr/>
        </p:nvSpPr>
        <p:spPr>
          <a:xfrm>
            <a:off x="502920" y="587959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Happy Dinithasari</a:t>
            </a:r>
            <a:endParaRPr lang="en-US" sz="1400" dirty="0"/>
          </a:p>
        </p:txBody>
      </p:sp>
      <p:sp>
        <p:nvSpPr>
          <p:cNvPr id="28" name="text"/>
          <p:cNvSpPr txBox="1"/>
          <p:nvPr/>
        </p:nvSpPr>
        <p:spPr>
          <a:xfrm>
            <a:off x="502920" y="618134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25/574400/PEK/31831</a:t>
            </a:r>
            <a:endParaRPr lang="en-US" sz="1300" dirty="0"/>
          </a:p>
        </p:txBody>
      </p:sp>
      <p:sp>
        <p:nvSpPr>
          <p:cNvPr id="29" name="text"/>
          <p:cNvSpPr txBox="1"/>
          <p:nvPr/>
        </p:nvSpPr>
        <p:spPr>
          <a:xfrm>
            <a:off x="4023360" y="587959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Dara Astrini Rahayu K</a:t>
            </a:r>
            <a:endParaRPr lang="en-US" sz="1400" dirty="0"/>
          </a:p>
        </p:txBody>
      </p:sp>
      <p:sp>
        <p:nvSpPr>
          <p:cNvPr id="30" name="text"/>
          <p:cNvSpPr txBox="1"/>
          <p:nvPr/>
        </p:nvSpPr>
        <p:spPr>
          <a:xfrm>
            <a:off x="4023360" y="618134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25/574437/PEK/31847</a:t>
            </a:r>
            <a:endParaRPr lang="en-US" sz="1300" dirty="0"/>
          </a:p>
        </p:txBody>
      </p:sp>
      <p:pic>
        <p:nvPicPr>
          <p:cNvPr id="31"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FOUNDATION</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8"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9"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Centralized vs decentralized: asumsi, untung, rugi.</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DELEGASI WEWENANG</a:t>
            </a:r>
            <a:endParaRPr lang="en-US" sz="1400" dirty="0"/>
          </a:p>
        </p:txBody>
      </p:sp>
      <p:sp>
        <p:nvSpPr>
          <p:cNvPr id="28" name="pill"/>
          <p:cNvSpPr/>
          <p:nvPr/>
        </p:nvSpPr>
        <p:spPr>
          <a:xfrm>
            <a:off x="502920" y="5715000"/>
            <a:ext cx="2659304"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12648"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30" name="pill"/>
          <p:cNvSpPr/>
          <p:nvPr/>
        </p:nvSpPr>
        <p:spPr>
          <a:xfrm>
            <a:off x="3345104" y="5715000"/>
            <a:ext cx="2659304"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3454832"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2" name="pill"/>
          <p:cNvSpPr/>
          <p:nvPr/>
        </p:nvSpPr>
        <p:spPr>
          <a:xfrm>
            <a:off x="6187288" y="5715000"/>
            <a:ext cx="2659304" cy="420624"/>
          </a:xfrm>
          <a:prstGeom prst="roundRect">
            <a:avLst>
              <a:gd name="adj" fmla="val 108696"/>
            </a:avLst>
          </a:prstGeom>
          <a:solidFill>
            <a:srgbClr val="F4F4F4"/>
          </a:solidFill>
          <a:ln w="9525">
            <a:solidFill>
              <a:srgbClr val="141417"/>
            </a:solidFill>
            <a:prstDash val="solid"/>
          </a:ln>
        </p:spPr>
      </p:sp>
      <p:sp>
        <p:nvSpPr>
          <p:cNvPr id="33" name="text"/>
          <p:cNvSpPr txBox="1"/>
          <p:nvPr/>
        </p:nvSpPr>
        <p:spPr>
          <a:xfrm>
            <a:off x="6297016"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4" name="pill"/>
          <p:cNvSpPr/>
          <p:nvPr/>
        </p:nvSpPr>
        <p:spPr>
          <a:xfrm>
            <a:off x="9029471" y="5715000"/>
            <a:ext cx="2659304" cy="420624"/>
          </a:xfrm>
          <a:prstGeom prst="roundRect">
            <a:avLst>
              <a:gd name="adj" fmla="val 108696"/>
            </a:avLst>
          </a:prstGeom>
          <a:solidFill>
            <a:srgbClr val="F4F4F4"/>
          </a:solidFill>
          <a:ln w="9525">
            <a:solidFill>
              <a:srgbClr val="141417"/>
            </a:solidFill>
            <a:prstDash val="solid"/>
          </a:ln>
        </p:spPr>
      </p:sp>
      <p:sp>
        <p:nvSpPr>
          <p:cNvPr id="35" name="text"/>
          <p:cNvSpPr txBox="1"/>
          <p:nvPr/>
        </p:nvSpPr>
        <p:spPr>
          <a:xfrm>
            <a:off x="9139199"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4"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1887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1/2</a:t>
            </a:r>
            <a:endParaRPr lang="en-US" sz="3000" dirty="0"/>
          </a:p>
        </p:txBody>
      </p:sp>
      <p:sp>
        <p:nvSpPr>
          <p:cNvPr id="17" name="text"/>
          <p:cNvSpPr txBox="1"/>
          <p:nvPr/>
        </p:nvSpPr>
        <p:spPr>
          <a:xfrm>
            <a:off x="2011680" y="4023360"/>
            <a:ext cx="21488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4" name="card"/>
          <p:cNvSpPr/>
          <p:nvPr/>
        </p:nvSpPr>
        <p:spPr>
          <a:xfrm>
            <a:off x="10012680" y="4023360"/>
            <a:ext cx="1508760" cy="1508760"/>
          </a:xfrm>
          <a:prstGeom prst="roundRect">
            <a:avLst>
              <a:gd name="adj" fmla="val 9697"/>
            </a:avLst>
          </a:prstGeom>
          <a:solidFill>
            <a:srgbClr val="141417"/>
          </a:solidFill>
          <a:ln w="6350">
            <a:solidFill>
              <a:srgbClr val="141417"/>
            </a:solidFill>
            <a:prstDash val="solid"/>
          </a:ln>
        </p:spPr>
      </p:sp>
      <p:pic>
        <p:nvPicPr>
          <p:cNvPr id="25" name="star" descr="preencoded.png">    </p:cNvPr>
          <p:cNvPicPr>
            <a:picLocks noChangeAspect="1"/>
          </p:cNvPicPr>
          <p:nvPr/>
        </p:nvPicPr>
        <p:blipFill>
          <a:blip r:embed="rId3"/>
          <a:stretch>
            <a:fillRect/>
          </a:stretch>
        </p:blipFill>
        <p:spPr>
          <a:xfrm>
            <a:off x="10389870" y="4400550"/>
            <a:ext cx="754380" cy="754380"/>
          </a:xfrm>
          <a:prstGeom prst="rect">
            <a:avLst/>
          </a:prstGeom>
        </p:spPr>
      </p:pic>
      <p:sp>
        <p:nvSpPr>
          <p:cNvPr id="26"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12"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13"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4"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8"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9" name="connector"/>
          <p:cNvSpPr/>
          <p:nvPr/>
        </p:nvSpPr>
        <p:spPr>
          <a:xfrm flipH="1">
            <a:off x="3749040" y="2739030"/>
            <a:ext cx="777054" cy="1695810"/>
          </a:xfrm>
          <a:prstGeom prst="line">
            <a:avLst/>
          </a:prstGeom>
          <a:noFill/>
          <a:ln w="12700">
            <a:solidFill>
              <a:srgbClr val="C9C9CC"/>
            </a:solidFill>
            <a:prstDash val="solid"/>
          </a:ln>
        </p:spPr>
      </p:sp>
      <p:sp>
        <p:nvSpPr>
          <p:cNvPr id="20" name="connector"/>
          <p:cNvSpPr/>
          <p:nvPr/>
        </p:nvSpPr>
        <p:spPr>
          <a:xfrm flipH="1">
            <a:off x="3749040" y="3386772"/>
            <a:ext cx="2034354" cy="1048068"/>
          </a:xfrm>
          <a:prstGeom prst="line">
            <a:avLst/>
          </a:prstGeom>
          <a:noFill/>
          <a:ln w="12700">
            <a:solidFill>
              <a:srgbClr val="C9C9CC"/>
            </a:solidFill>
            <a:prstDash val="solid"/>
          </a:ln>
        </p:spPr>
      </p:sp>
      <p:sp>
        <p:nvSpPr>
          <p:cNvPr id="21" name="connector"/>
          <p:cNvSpPr/>
          <p:nvPr/>
        </p:nvSpPr>
        <p:spPr>
          <a:xfrm>
            <a:off x="3749040" y="4434840"/>
            <a:ext cx="2514600" cy="0"/>
          </a:xfrm>
          <a:prstGeom prst="line">
            <a:avLst/>
          </a:prstGeom>
          <a:noFill/>
          <a:ln w="12700">
            <a:solidFill>
              <a:srgbClr val="C9C9CC"/>
            </a:solidFill>
            <a:prstDash val="solid"/>
          </a:ln>
        </p:spPr>
      </p:sp>
      <p:sp>
        <p:nvSpPr>
          <p:cNvPr id="22" name="connector"/>
          <p:cNvSpPr/>
          <p:nvPr/>
        </p:nvSpPr>
        <p:spPr>
          <a:xfrm>
            <a:off x="3749040" y="4434840"/>
            <a:ext cx="2034354" cy="1048068"/>
          </a:xfrm>
          <a:prstGeom prst="line">
            <a:avLst/>
          </a:prstGeom>
          <a:noFill/>
          <a:ln w="12700">
            <a:solidFill>
              <a:srgbClr val="C9C9CC"/>
            </a:solidFill>
            <a:prstDash val="solid"/>
          </a:ln>
        </p:spPr>
      </p:sp>
      <p:sp>
        <p:nvSpPr>
          <p:cNvPr id="23" name="connector"/>
          <p:cNvSpPr/>
          <p:nvPr/>
        </p:nvSpPr>
        <p:spPr>
          <a:xfrm>
            <a:off x="3749040" y="4434840"/>
            <a:ext cx="777054" cy="1695810"/>
          </a:xfrm>
          <a:prstGeom prst="line">
            <a:avLst/>
          </a:prstGeom>
          <a:noFill/>
          <a:ln w="12700">
            <a:solidFill>
              <a:srgbClr val="C9C9CC"/>
            </a:solidFill>
            <a:prstDash val="solid"/>
          </a:ln>
        </p:spPr>
      </p:sp>
      <p:sp>
        <p:nvSpPr>
          <p:cNvPr id="24" name="connector"/>
          <p:cNvSpPr/>
          <p:nvPr/>
        </p:nvSpPr>
        <p:spPr>
          <a:xfrm flipH="1">
            <a:off x="2971986" y="4434840"/>
            <a:ext cx="777054" cy="1695810"/>
          </a:xfrm>
          <a:prstGeom prst="line">
            <a:avLst/>
          </a:prstGeom>
          <a:noFill/>
          <a:ln w="12700">
            <a:solidFill>
              <a:srgbClr val="C9C9CC"/>
            </a:solidFill>
            <a:prstDash val="solid"/>
          </a:ln>
        </p:spPr>
      </p:sp>
      <p:sp>
        <p:nvSpPr>
          <p:cNvPr id="25" name="connector"/>
          <p:cNvSpPr/>
          <p:nvPr/>
        </p:nvSpPr>
        <p:spPr>
          <a:xfrm flipH="1">
            <a:off x="1714686" y="4434840"/>
            <a:ext cx="2034354" cy="1048068"/>
          </a:xfrm>
          <a:prstGeom prst="line">
            <a:avLst/>
          </a:prstGeom>
          <a:noFill/>
          <a:ln w="12700">
            <a:solidFill>
              <a:srgbClr val="C9C9CC"/>
            </a:solidFill>
            <a:prstDash val="solid"/>
          </a:ln>
        </p:spPr>
      </p:sp>
      <p:sp>
        <p:nvSpPr>
          <p:cNvPr id="26" name="connector"/>
          <p:cNvSpPr/>
          <p:nvPr/>
        </p:nvSpPr>
        <p:spPr>
          <a:xfrm flipH="1">
            <a:off x="1234440" y="4434840"/>
            <a:ext cx="2514600" cy="0"/>
          </a:xfrm>
          <a:prstGeom prst="line">
            <a:avLst/>
          </a:prstGeom>
          <a:noFill/>
          <a:ln w="12700">
            <a:solidFill>
              <a:srgbClr val="C9C9CC"/>
            </a:solidFill>
            <a:prstDash val="solid"/>
          </a:ln>
        </p:spPr>
      </p:sp>
      <p:sp>
        <p:nvSpPr>
          <p:cNvPr id="27" name="connector"/>
          <p:cNvSpPr/>
          <p:nvPr/>
        </p:nvSpPr>
        <p:spPr>
          <a:xfrm>
            <a:off x="1714686" y="3386772"/>
            <a:ext cx="2034354" cy="1048068"/>
          </a:xfrm>
          <a:prstGeom prst="line">
            <a:avLst/>
          </a:prstGeom>
          <a:noFill/>
          <a:ln w="12700">
            <a:solidFill>
              <a:srgbClr val="C9C9CC"/>
            </a:solidFill>
            <a:prstDash val="solid"/>
          </a:ln>
        </p:spPr>
      </p:sp>
      <p:sp>
        <p:nvSpPr>
          <p:cNvPr id="28" name="connector"/>
          <p:cNvSpPr/>
          <p:nvPr/>
        </p:nvSpPr>
        <p:spPr>
          <a:xfrm>
            <a:off x="2971986" y="2739030"/>
            <a:ext cx="777054" cy="1695810"/>
          </a:xfrm>
          <a:prstGeom prst="line">
            <a:avLst/>
          </a:prstGeom>
          <a:noFill/>
          <a:ln w="12700">
            <a:solidFill>
              <a:srgbClr val="C9C9CC"/>
            </a:solidFill>
            <a:prstDash val="solid"/>
          </a:ln>
        </p:spPr>
      </p:sp>
      <p:sp>
        <p:nvSpPr>
          <p:cNvPr id="29"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30"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31" name="card"/>
          <p:cNvSpPr/>
          <p:nvPr/>
        </p:nvSpPr>
        <p:spPr>
          <a:xfrm>
            <a:off x="3840294" y="2418990"/>
            <a:ext cx="1371600" cy="640080"/>
          </a:xfrm>
          <a:prstGeom prst="roundRect">
            <a:avLst>
              <a:gd name="adj" fmla="val 17143"/>
            </a:avLst>
          </a:prstGeom>
          <a:solidFill>
            <a:srgbClr val="D4FC00"/>
          </a:solidFill>
          <a:ln w="6350">
            <a:solidFill>
              <a:srgbClr val="D4FC00"/>
            </a:solidFill>
            <a:prstDash val="solid"/>
          </a:ln>
        </p:spPr>
      </p:sp>
      <p:sp>
        <p:nvSpPr>
          <p:cNvPr id="32" name="text"/>
          <p:cNvSpPr txBox="1"/>
          <p:nvPr/>
        </p:nvSpPr>
        <p:spPr>
          <a:xfrm>
            <a:off x="3950022"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33" name="text"/>
          <p:cNvSpPr txBox="1"/>
          <p:nvPr/>
        </p:nvSpPr>
        <p:spPr>
          <a:xfrm>
            <a:off x="4242630"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4" name="card"/>
          <p:cNvSpPr/>
          <p:nvPr/>
        </p:nvSpPr>
        <p:spPr>
          <a:xfrm>
            <a:off x="5097594" y="3066732"/>
            <a:ext cx="1371600" cy="640080"/>
          </a:xfrm>
          <a:prstGeom prst="roundRect">
            <a:avLst>
              <a:gd name="adj" fmla="val 17143"/>
            </a:avLst>
          </a:prstGeom>
          <a:solidFill>
            <a:srgbClr val="D4FC00"/>
          </a:solidFill>
          <a:ln w="6350">
            <a:solidFill>
              <a:srgbClr val="D4FC00"/>
            </a:solidFill>
            <a:prstDash val="solid"/>
          </a:ln>
        </p:spPr>
      </p:sp>
      <p:sp>
        <p:nvSpPr>
          <p:cNvPr id="35" name="text"/>
          <p:cNvSpPr txBox="1"/>
          <p:nvPr/>
        </p:nvSpPr>
        <p:spPr>
          <a:xfrm>
            <a:off x="5207322"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6" name="text"/>
          <p:cNvSpPr txBox="1"/>
          <p:nvPr/>
        </p:nvSpPr>
        <p:spPr>
          <a:xfrm>
            <a:off x="5499930"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7" name="card"/>
          <p:cNvSpPr/>
          <p:nvPr/>
        </p:nvSpPr>
        <p:spPr>
          <a:xfrm>
            <a:off x="5577840" y="4114800"/>
            <a:ext cx="1371600" cy="640080"/>
          </a:xfrm>
          <a:prstGeom prst="roundRect">
            <a:avLst>
              <a:gd name="adj" fmla="val 17143"/>
            </a:avLst>
          </a:prstGeom>
          <a:solidFill>
            <a:srgbClr val="D4FC00"/>
          </a:solidFill>
          <a:ln w="6350">
            <a:solidFill>
              <a:srgbClr val="D4FC00"/>
            </a:solidFill>
            <a:prstDash val="solid"/>
          </a:ln>
        </p:spPr>
      </p:sp>
      <p:sp>
        <p:nvSpPr>
          <p:cNvPr id="38" name="text"/>
          <p:cNvSpPr txBox="1"/>
          <p:nvPr/>
        </p:nvSpPr>
        <p:spPr>
          <a:xfrm>
            <a:off x="56875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9" name="text"/>
          <p:cNvSpPr txBox="1"/>
          <p:nvPr/>
        </p:nvSpPr>
        <p:spPr>
          <a:xfrm>
            <a:off x="59801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40" name="card"/>
          <p:cNvSpPr/>
          <p:nvPr/>
        </p:nvSpPr>
        <p:spPr>
          <a:xfrm>
            <a:off x="5097594" y="5162868"/>
            <a:ext cx="1371600" cy="640080"/>
          </a:xfrm>
          <a:prstGeom prst="roundRect">
            <a:avLst>
              <a:gd name="adj" fmla="val 17143"/>
            </a:avLst>
          </a:prstGeom>
          <a:solidFill>
            <a:srgbClr val="E8E8E8"/>
          </a:solidFill>
          <a:ln w="6350">
            <a:solidFill>
              <a:srgbClr val="E8E8E8"/>
            </a:solidFill>
            <a:prstDash val="solid"/>
          </a:ln>
        </p:spPr>
      </p:sp>
      <p:sp>
        <p:nvSpPr>
          <p:cNvPr id="41" name="text"/>
          <p:cNvSpPr txBox="1"/>
          <p:nvPr/>
        </p:nvSpPr>
        <p:spPr>
          <a:xfrm>
            <a:off x="5207322"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42" name="text"/>
          <p:cNvSpPr txBox="1"/>
          <p:nvPr/>
        </p:nvSpPr>
        <p:spPr>
          <a:xfrm>
            <a:off x="5499930"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43" name="card"/>
          <p:cNvSpPr/>
          <p:nvPr/>
        </p:nvSpPr>
        <p:spPr>
          <a:xfrm>
            <a:off x="3840294" y="5810610"/>
            <a:ext cx="1371600" cy="640080"/>
          </a:xfrm>
          <a:prstGeom prst="roundRect">
            <a:avLst>
              <a:gd name="adj" fmla="val 17143"/>
            </a:avLst>
          </a:prstGeom>
          <a:solidFill>
            <a:srgbClr val="E8E8E8"/>
          </a:solidFill>
          <a:ln w="6350">
            <a:solidFill>
              <a:srgbClr val="E8E8E8"/>
            </a:solidFill>
            <a:prstDash val="solid"/>
          </a:ln>
        </p:spPr>
      </p:sp>
      <p:sp>
        <p:nvSpPr>
          <p:cNvPr id="44" name="text"/>
          <p:cNvSpPr txBox="1"/>
          <p:nvPr/>
        </p:nvSpPr>
        <p:spPr>
          <a:xfrm>
            <a:off x="3950022"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5" name="text"/>
          <p:cNvSpPr txBox="1"/>
          <p:nvPr/>
        </p:nvSpPr>
        <p:spPr>
          <a:xfrm>
            <a:off x="4242630"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6" name="card"/>
          <p:cNvSpPr/>
          <p:nvPr/>
        </p:nvSpPr>
        <p:spPr>
          <a:xfrm>
            <a:off x="2286186" y="5810610"/>
            <a:ext cx="1371600" cy="640080"/>
          </a:xfrm>
          <a:prstGeom prst="roundRect">
            <a:avLst>
              <a:gd name="adj" fmla="val 17143"/>
            </a:avLst>
          </a:prstGeom>
          <a:solidFill>
            <a:srgbClr val="E8E8E8"/>
          </a:solidFill>
          <a:ln w="6350">
            <a:solidFill>
              <a:srgbClr val="E8E8E8"/>
            </a:solidFill>
            <a:prstDash val="solid"/>
          </a:ln>
        </p:spPr>
      </p:sp>
      <p:sp>
        <p:nvSpPr>
          <p:cNvPr id="47" name="text"/>
          <p:cNvSpPr txBox="1"/>
          <p:nvPr/>
        </p:nvSpPr>
        <p:spPr>
          <a:xfrm>
            <a:off x="2395914"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8" name="text"/>
          <p:cNvSpPr txBox="1"/>
          <p:nvPr/>
        </p:nvSpPr>
        <p:spPr>
          <a:xfrm>
            <a:off x="2688522"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9" name="card"/>
          <p:cNvSpPr/>
          <p:nvPr/>
        </p:nvSpPr>
        <p:spPr>
          <a:xfrm>
            <a:off x="1028886" y="5162868"/>
            <a:ext cx="1371600" cy="640080"/>
          </a:xfrm>
          <a:prstGeom prst="roundRect">
            <a:avLst>
              <a:gd name="adj" fmla="val 17143"/>
            </a:avLst>
          </a:prstGeom>
          <a:solidFill>
            <a:srgbClr val="E8E8E8"/>
          </a:solidFill>
          <a:ln w="6350">
            <a:solidFill>
              <a:srgbClr val="E8E8E8"/>
            </a:solidFill>
            <a:prstDash val="solid"/>
          </a:ln>
        </p:spPr>
      </p:sp>
      <p:sp>
        <p:nvSpPr>
          <p:cNvPr id="50" name="text"/>
          <p:cNvSpPr txBox="1"/>
          <p:nvPr/>
        </p:nvSpPr>
        <p:spPr>
          <a:xfrm>
            <a:off x="1138614"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51" name="text"/>
          <p:cNvSpPr txBox="1"/>
          <p:nvPr/>
        </p:nvSpPr>
        <p:spPr>
          <a:xfrm>
            <a:off x="1431222"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52" name="card"/>
          <p:cNvSpPr/>
          <p:nvPr/>
        </p:nvSpPr>
        <p:spPr>
          <a:xfrm>
            <a:off x="548640" y="4114800"/>
            <a:ext cx="1371600" cy="640080"/>
          </a:xfrm>
          <a:prstGeom prst="roundRect">
            <a:avLst>
              <a:gd name="adj" fmla="val 17143"/>
            </a:avLst>
          </a:prstGeom>
          <a:solidFill>
            <a:srgbClr val="E8E8E8"/>
          </a:solidFill>
          <a:ln w="6350">
            <a:solidFill>
              <a:srgbClr val="E8E8E8"/>
            </a:solidFill>
            <a:prstDash val="solid"/>
          </a:ln>
        </p:spPr>
      </p:sp>
      <p:sp>
        <p:nvSpPr>
          <p:cNvPr id="53" name="text"/>
          <p:cNvSpPr txBox="1"/>
          <p:nvPr/>
        </p:nvSpPr>
        <p:spPr>
          <a:xfrm>
            <a:off x="6583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4" name="text"/>
          <p:cNvSpPr txBox="1"/>
          <p:nvPr/>
        </p:nvSpPr>
        <p:spPr>
          <a:xfrm>
            <a:off x="9509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5" name="card"/>
          <p:cNvSpPr/>
          <p:nvPr/>
        </p:nvSpPr>
        <p:spPr>
          <a:xfrm>
            <a:off x="1028886" y="3066732"/>
            <a:ext cx="1371600" cy="640080"/>
          </a:xfrm>
          <a:prstGeom prst="roundRect">
            <a:avLst>
              <a:gd name="adj" fmla="val 17143"/>
            </a:avLst>
          </a:prstGeom>
          <a:solidFill>
            <a:srgbClr val="141417"/>
          </a:solidFill>
          <a:ln w="6350">
            <a:solidFill>
              <a:srgbClr val="141417"/>
            </a:solidFill>
            <a:prstDash val="solid"/>
          </a:ln>
        </p:spPr>
      </p:sp>
      <p:sp>
        <p:nvSpPr>
          <p:cNvPr id="56" name="text"/>
          <p:cNvSpPr txBox="1"/>
          <p:nvPr/>
        </p:nvSpPr>
        <p:spPr>
          <a:xfrm>
            <a:off x="1138614"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7" name="text"/>
          <p:cNvSpPr txBox="1"/>
          <p:nvPr/>
        </p:nvSpPr>
        <p:spPr>
          <a:xfrm>
            <a:off x="1431222"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8" name="card"/>
          <p:cNvSpPr/>
          <p:nvPr/>
        </p:nvSpPr>
        <p:spPr>
          <a:xfrm>
            <a:off x="2286186" y="2418990"/>
            <a:ext cx="1371600" cy="640080"/>
          </a:xfrm>
          <a:prstGeom prst="roundRect">
            <a:avLst>
              <a:gd name="adj" fmla="val 17143"/>
            </a:avLst>
          </a:prstGeom>
          <a:solidFill>
            <a:srgbClr val="141417"/>
          </a:solidFill>
          <a:ln w="6350">
            <a:solidFill>
              <a:srgbClr val="141417"/>
            </a:solidFill>
            <a:prstDash val="solid"/>
          </a:ln>
        </p:spPr>
      </p:sp>
      <p:sp>
        <p:nvSpPr>
          <p:cNvPr id="59" name="text"/>
          <p:cNvSpPr txBox="1"/>
          <p:nvPr/>
        </p:nvSpPr>
        <p:spPr>
          <a:xfrm>
            <a:off x="2395914"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60" name="text"/>
          <p:cNvSpPr txBox="1"/>
          <p:nvPr/>
        </p:nvSpPr>
        <p:spPr>
          <a:xfrm>
            <a:off x="2688522"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61"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62"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63"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4"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5"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6" name="pill"/>
          <p:cNvSpPr/>
          <p:nvPr/>
        </p:nvSpPr>
        <p:spPr>
          <a:xfrm>
            <a:off x="9418320" y="4215384"/>
            <a:ext cx="2286000" cy="420624"/>
          </a:xfrm>
          <a:prstGeom prst="roundRect">
            <a:avLst>
              <a:gd name="adj" fmla="val 108696"/>
            </a:avLst>
          </a:prstGeom>
          <a:solidFill>
            <a:srgbClr val="D4FC00"/>
          </a:solidFill>
          <a:ln w="9525">
            <a:solidFill>
              <a:srgbClr val="141417"/>
            </a:solidFill>
            <a:prstDash val="solid"/>
          </a:ln>
        </p:spPr>
      </p:sp>
      <p:sp>
        <p:nvSpPr>
          <p:cNvPr id="67" name="text"/>
          <p:cNvSpPr txBox="1"/>
          <p:nvPr/>
        </p:nvSpPr>
        <p:spPr>
          <a:xfrm>
            <a:off x="9528048" y="42153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8" name="pill"/>
          <p:cNvSpPr/>
          <p:nvPr/>
        </p:nvSpPr>
        <p:spPr>
          <a:xfrm>
            <a:off x="9418320" y="4818888"/>
            <a:ext cx="2286000" cy="420624"/>
          </a:xfrm>
          <a:prstGeom prst="roundRect">
            <a:avLst>
              <a:gd name="adj" fmla="val 108696"/>
            </a:avLst>
          </a:prstGeom>
          <a:solidFill>
            <a:srgbClr val="D4FC00"/>
          </a:solidFill>
          <a:ln w="9525">
            <a:solidFill>
              <a:srgbClr val="141417"/>
            </a:solidFill>
            <a:prstDash val="solid"/>
          </a:ln>
        </p:spPr>
      </p:sp>
      <p:sp>
        <p:nvSpPr>
          <p:cNvPr id="69" name="text"/>
          <p:cNvSpPr txBox="1"/>
          <p:nvPr/>
        </p:nvSpPr>
        <p:spPr>
          <a:xfrm>
            <a:off x="9528048" y="4818888"/>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10"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11" name="card"/>
          <p:cNvSpPr/>
          <p:nvPr/>
        </p:nvSpPr>
        <p:spPr>
          <a:xfrm>
            <a:off x="502920" y="2560320"/>
            <a:ext cx="6766560" cy="1143000"/>
          </a:xfrm>
          <a:prstGeom prst="roundRect">
            <a:avLst>
              <a:gd name="adj" fmla="val 16000"/>
            </a:avLst>
          </a:prstGeom>
          <a:solidFill>
            <a:srgbClr val="D4FC00"/>
          </a:solidFill>
          <a:ln w="6350">
            <a:solidFill>
              <a:srgbClr val="D4FC00"/>
            </a:solidFill>
            <a:prstDash val="solid"/>
          </a:ln>
        </p:spPr>
      </p:sp>
      <p:sp>
        <p:nvSpPr>
          <p:cNvPr id="12"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3" name="text"/>
          <p:cNvSpPr txBox="1"/>
          <p:nvPr/>
        </p:nvSpPr>
        <p:spPr>
          <a:xfrm>
            <a:off x="1188720" y="281635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4" name="text"/>
          <p:cNvSpPr txBox="1"/>
          <p:nvPr/>
        </p:nvSpPr>
        <p:spPr>
          <a:xfrm>
            <a:off x="3611880" y="277977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5" name="dot"/>
          <p:cNvSpPr/>
          <p:nvPr/>
        </p:nvSpPr>
        <p:spPr>
          <a:xfrm>
            <a:off x="6702552" y="299466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1"/>
          <a:stretch>
            <a:fillRect/>
          </a:stretch>
        </p:blipFill>
        <p:spPr>
          <a:xfrm>
            <a:off x="6762902" y="3055010"/>
            <a:ext cx="153619" cy="153619"/>
          </a:xfrm>
          <a:prstGeom prst="rect">
            <a:avLst/>
          </a:prstGeom>
        </p:spPr>
      </p:pic>
      <p:sp>
        <p:nvSpPr>
          <p:cNvPr id="17" name="card"/>
          <p:cNvSpPr/>
          <p:nvPr/>
        </p:nvSpPr>
        <p:spPr>
          <a:xfrm>
            <a:off x="502920" y="3886200"/>
            <a:ext cx="6766560" cy="1143000"/>
          </a:xfrm>
          <a:prstGeom prst="roundRect">
            <a:avLst>
              <a:gd name="adj" fmla="val 16000"/>
            </a:avLst>
          </a:prstGeom>
          <a:solidFill>
            <a:srgbClr val="E8E8E8"/>
          </a:solidFill>
          <a:ln w="6350">
            <a:solidFill>
              <a:srgbClr val="E8E8E8"/>
            </a:solidFill>
            <a:prstDash val="solid"/>
          </a:ln>
        </p:spPr>
      </p:sp>
      <p:sp>
        <p:nvSpPr>
          <p:cNvPr id="18" name="text"/>
          <p:cNvSpPr txBox="1"/>
          <p:nvPr/>
        </p:nvSpPr>
        <p:spPr>
          <a:xfrm>
            <a:off x="777240" y="411480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9" name="text"/>
          <p:cNvSpPr txBox="1"/>
          <p:nvPr/>
        </p:nvSpPr>
        <p:spPr>
          <a:xfrm>
            <a:off x="1188720" y="414223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20" name="text"/>
          <p:cNvSpPr txBox="1"/>
          <p:nvPr/>
        </p:nvSpPr>
        <p:spPr>
          <a:xfrm>
            <a:off x="3611880" y="410565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dan memperbarui capability sesuai strategi.</a:t>
            </a:r>
            <a:endParaRPr lang="en-US" sz="1700" dirty="0"/>
          </a:p>
        </p:txBody>
      </p:sp>
      <p:sp>
        <p:nvSpPr>
          <p:cNvPr id="21" name="dot"/>
          <p:cNvSpPr/>
          <p:nvPr/>
        </p:nvSpPr>
        <p:spPr>
          <a:xfrm>
            <a:off x="6702552" y="4320540"/>
            <a:ext cx="274320" cy="274320"/>
          </a:xfrm>
          <a:prstGeom prst="ellipse">
            <a:avLst/>
          </a:prstGeom>
          <a:solidFill>
            <a:srgbClr val="141417"/>
          </a:solidFill>
          <a:ln w="6350">
            <a:solidFill>
              <a:srgbClr val="141417"/>
            </a:solidFill>
            <a:prstDash val="solid"/>
          </a:ln>
        </p:spPr>
      </p:sp>
      <p:pic>
        <p:nvPicPr>
          <p:cNvPr id="22" name="dot-icon" descr="preencoded.png">    </p:cNvPr>
          <p:cNvPicPr>
            <a:picLocks noChangeAspect="1"/>
          </p:cNvPicPr>
          <p:nvPr/>
        </p:nvPicPr>
        <p:blipFill>
          <a:blip r:embed="rId2"/>
          <a:stretch>
            <a:fillRect/>
          </a:stretch>
        </p:blipFill>
        <p:spPr>
          <a:xfrm>
            <a:off x="6762902" y="4380890"/>
            <a:ext cx="153619" cy="153619"/>
          </a:xfrm>
          <a:prstGeom prst="rect">
            <a:avLst/>
          </a:prstGeom>
        </p:spPr>
      </p:pic>
      <p:sp>
        <p:nvSpPr>
          <p:cNvPr id="23" name="card"/>
          <p:cNvSpPr/>
          <p:nvPr/>
        </p:nvSpPr>
        <p:spPr>
          <a:xfrm>
            <a:off x="502920" y="5212080"/>
            <a:ext cx="6766560" cy="1143000"/>
          </a:xfrm>
          <a:prstGeom prst="roundRect">
            <a:avLst>
              <a:gd name="adj" fmla="val 16000"/>
            </a:avLst>
          </a:prstGeom>
          <a:solidFill>
            <a:srgbClr val="141417"/>
          </a:solidFill>
          <a:ln w="6350">
            <a:solidFill>
              <a:srgbClr val="141417"/>
            </a:solidFill>
            <a:prstDash val="solid"/>
          </a:ln>
        </p:spPr>
      </p:sp>
      <p:sp>
        <p:nvSpPr>
          <p:cNvPr id="24" name="text"/>
          <p:cNvSpPr txBox="1"/>
          <p:nvPr/>
        </p:nvSpPr>
        <p:spPr>
          <a:xfrm>
            <a:off x="777240" y="544068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5" name="text"/>
          <p:cNvSpPr txBox="1"/>
          <p:nvPr/>
        </p:nvSpPr>
        <p:spPr>
          <a:xfrm>
            <a:off x="1188720" y="546811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6" name="text"/>
          <p:cNvSpPr txBox="1"/>
          <p:nvPr/>
        </p:nvSpPr>
        <p:spPr>
          <a:xfrm>
            <a:off x="3611880" y="543153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7" name="dot"/>
          <p:cNvSpPr/>
          <p:nvPr/>
        </p:nvSpPr>
        <p:spPr>
          <a:xfrm>
            <a:off x="6702552" y="5646420"/>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3"/>
          <a:stretch>
            <a:fillRect/>
          </a:stretch>
        </p:blipFill>
        <p:spPr>
          <a:xfrm>
            <a:off x="6762902" y="5706770"/>
            <a:ext cx="153619" cy="153619"/>
          </a:xfrm>
          <a:prstGeom prst="rect">
            <a:avLst/>
          </a:prstGeom>
        </p:spPr>
      </p:pic>
      <p:sp>
        <p:nvSpPr>
          <p:cNvPr id="29" name="card"/>
          <p:cNvSpPr/>
          <p:nvPr/>
        </p:nvSpPr>
        <p:spPr>
          <a:xfrm>
            <a:off x="7726680" y="2560320"/>
            <a:ext cx="3962095" cy="2130552"/>
          </a:xfrm>
          <a:prstGeom prst="roundRect">
            <a:avLst>
              <a:gd name="adj" fmla="val 8584"/>
            </a:avLst>
          </a:prstGeom>
          <a:solidFill>
            <a:srgbClr val="D4FC00"/>
          </a:solidFill>
          <a:ln w="6350">
            <a:solidFill>
              <a:srgbClr val="D4FC00"/>
            </a:solidFill>
            <a:prstDash val="solid"/>
          </a:ln>
        </p:spPr>
      </p:sp>
      <p:sp>
        <p:nvSpPr>
          <p:cNvPr id="30"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31" name="text"/>
          <p:cNvSpPr txBox="1"/>
          <p:nvPr/>
        </p:nvSpPr>
        <p:spPr>
          <a:xfrm>
            <a:off x="8001000" y="3200400"/>
            <a:ext cx="3413455" cy="1353312"/>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2" name="card"/>
          <p:cNvSpPr/>
          <p:nvPr/>
        </p:nvSpPr>
        <p:spPr>
          <a:xfrm>
            <a:off x="7726680" y="5148072"/>
            <a:ext cx="3962095" cy="1207008"/>
          </a:xfrm>
          <a:prstGeom prst="roundRect">
            <a:avLst>
              <a:gd name="adj" fmla="val 15152"/>
            </a:avLst>
          </a:prstGeom>
          <a:solidFill>
            <a:srgbClr val="141417"/>
          </a:solidFill>
          <a:ln w="6350">
            <a:solidFill>
              <a:srgbClr val="141417"/>
            </a:solidFill>
            <a:prstDash val="solid"/>
          </a:ln>
        </p:spPr>
      </p:sp>
      <p:sp>
        <p:nvSpPr>
          <p:cNvPr id="33" name="text"/>
          <p:cNvSpPr txBox="1"/>
          <p:nvPr/>
        </p:nvSpPr>
        <p:spPr>
          <a:xfrm>
            <a:off x="8001000" y="533095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4"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5" name="saling menopang"/>
          <p:cNvSpPr/>
          <p:nvPr/>
        </p:nvSpPr>
        <p:spPr>
          <a:xfrm>
            <a:off x="9570568" y="4791456"/>
            <a:ext cx="274320" cy="256032"/>
          </a:xfrm>
          <a:prstGeom prst="upDownArrow">
            <a:avLst/>
          </a:prstGeom>
          <a:solidFill>
            <a:srgbClr val="141417"/>
          </a:solidFill>
          <a:ln w="6350">
            <a:solidFill>
              <a:srgbClr val="141417"/>
            </a:solidFill>
            <a:prstDash val="solid"/>
          </a:ln>
        </p:spPr>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10"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3"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4"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5"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6"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7"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8"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9"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20"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21"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2"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3"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4"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10"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11"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2"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3"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4"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5"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6"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7"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8"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9"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20"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21"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2"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10"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11"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2"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3" name="text"/>
          <p:cNvSpPr txBox="1"/>
          <p:nvPr/>
        </p:nvSpPr>
        <p:spPr>
          <a:xfrm>
            <a:off x="822960" y="3794760"/>
            <a:ext cx="3566160" cy="1146658"/>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4"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5" name="track"/>
          <p:cNvSpPr/>
          <p:nvPr/>
        </p:nvSpPr>
        <p:spPr>
          <a:xfrm>
            <a:off x="5806440" y="3154680"/>
            <a:ext cx="384048" cy="1920240"/>
          </a:xfrm>
          <a:prstGeom prst="roundRect">
            <a:avLst>
              <a:gd name="adj" fmla="val 119048"/>
            </a:avLst>
          </a:prstGeom>
          <a:solidFill>
            <a:srgbClr val="E8E8E8"/>
          </a:solidFill>
          <a:ln w="6350">
            <a:solidFill>
              <a:srgbClr val="E8E8E8"/>
            </a:solidFill>
            <a:prstDash val="solid"/>
          </a:ln>
        </p:spPr>
      </p:sp>
      <p:sp>
        <p:nvSpPr>
          <p:cNvPr id="16" name="bar"/>
          <p:cNvSpPr/>
          <p:nvPr/>
        </p:nvSpPr>
        <p:spPr>
          <a:xfrm>
            <a:off x="5806440" y="4402836"/>
            <a:ext cx="384048" cy="672084"/>
          </a:xfrm>
          <a:prstGeom prst="roundRect">
            <a:avLst>
              <a:gd name="adj" fmla="val 119048"/>
            </a:avLst>
          </a:prstGeom>
          <a:solidFill>
            <a:srgbClr val="D4FC00"/>
          </a:solidFill>
          <a:ln w="6350">
            <a:solidFill>
              <a:srgbClr val="D4FC00"/>
            </a:solidFill>
            <a:prstDash val="solid"/>
          </a:ln>
        </p:spPr>
      </p:sp>
      <p:sp>
        <p:nvSpPr>
          <p:cNvPr id="17" name="text"/>
          <p:cNvSpPr txBox="1"/>
          <p:nvPr/>
        </p:nvSpPr>
        <p:spPr>
          <a:xfrm>
            <a:off x="6355080" y="4402836"/>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8" name="text"/>
          <p:cNvSpPr txBox="1"/>
          <p:nvPr/>
        </p:nvSpPr>
        <p:spPr>
          <a:xfrm>
            <a:off x="6355080" y="4768596"/>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9" name="track"/>
          <p:cNvSpPr/>
          <p:nvPr/>
        </p:nvSpPr>
        <p:spPr>
          <a:xfrm>
            <a:off x="7726680" y="3154680"/>
            <a:ext cx="384048" cy="1920240"/>
          </a:xfrm>
          <a:prstGeom prst="roundRect">
            <a:avLst>
              <a:gd name="adj" fmla="val 119048"/>
            </a:avLst>
          </a:prstGeom>
          <a:solidFill>
            <a:srgbClr val="E8E8E8"/>
          </a:solidFill>
          <a:ln w="6350">
            <a:solidFill>
              <a:srgbClr val="E8E8E8"/>
            </a:solidFill>
            <a:prstDash val="solid"/>
          </a:ln>
        </p:spPr>
      </p:sp>
      <p:sp>
        <p:nvSpPr>
          <p:cNvPr id="20" name="bar"/>
          <p:cNvSpPr/>
          <p:nvPr/>
        </p:nvSpPr>
        <p:spPr>
          <a:xfrm>
            <a:off x="7726680" y="3826764"/>
            <a:ext cx="384048" cy="1248156"/>
          </a:xfrm>
          <a:prstGeom prst="roundRect">
            <a:avLst>
              <a:gd name="adj" fmla="val 119048"/>
            </a:avLst>
          </a:prstGeom>
          <a:solidFill>
            <a:srgbClr val="D4FC00"/>
          </a:solidFill>
          <a:ln w="6350">
            <a:solidFill>
              <a:srgbClr val="D4FC00"/>
            </a:solidFill>
            <a:prstDash val="solid"/>
          </a:ln>
        </p:spPr>
      </p:sp>
      <p:sp>
        <p:nvSpPr>
          <p:cNvPr id="21" name="text"/>
          <p:cNvSpPr txBox="1"/>
          <p:nvPr/>
        </p:nvSpPr>
        <p:spPr>
          <a:xfrm>
            <a:off x="8275320" y="3826764"/>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2" name="text"/>
          <p:cNvSpPr txBox="1"/>
          <p:nvPr/>
        </p:nvSpPr>
        <p:spPr>
          <a:xfrm>
            <a:off x="8275320" y="4192524"/>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3" name="track"/>
          <p:cNvSpPr/>
          <p:nvPr/>
        </p:nvSpPr>
        <p:spPr>
          <a:xfrm>
            <a:off x="9646920" y="3154680"/>
            <a:ext cx="384048" cy="1920240"/>
          </a:xfrm>
          <a:prstGeom prst="roundRect">
            <a:avLst>
              <a:gd name="adj" fmla="val 119048"/>
            </a:avLst>
          </a:prstGeom>
          <a:solidFill>
            <a:srgbClr val="E8E8E8"/>
          </a:solidFill>
          <a:ln w="6350">
            <a:solidFill>
              <a:srgbClr val="E8E8E8"/>
            </a:solidFill>
            <a:prstDash val="solid"/>
          </a:ln>
        </p:spPr>
      </p:sp>
      <p:sp>
        <p:nvSpPr>
          <p:cNvPr id="24" name="bar"/>
          <p:cNvSpPr/>
          <p:nvPr/>
        </p:nvSpPr>
        <p:spPr>
          <a:xfrm>
            <a:off x="9646920" y="3250692"/>
            <a:ext cx="384048" cy="1824228"/>
          </a:xfrm>
          <a:prstGeom prst="roundRect">
            <a:avLst>
              <a:gd name="adj" fmla="val 119048"/>
            </a:avLst>
          </a:prstGeom>
          <a:solidFill>
            <a:srgbClr val="D4FC00"/>
          </a:solidFill>
          <a:ln w="6350">
            <a:solidFill>
              <a:srgbClr val="D4FC00"/>
            </a:solidFill>
            <a:prstDash val="solid"/>
          </a:ln>
        </p:spPr>
      </p:sp>
      <p:sp>
        <p:nvSpPr>
          <p:cNvPr id="25" name="text"/>
          <p:cNvSpPr txBox="1"/>
          <p:nvPr/>
        </p:nvSpPr>
        <p:spPr>
          <a:xfrm>
            <a:off x="10195560" y="3250692"/>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6" name="text"/>
          <p:cNvSpPr txBox="1"/>
          <p:nvPr/>
        </p:nvSpPr>
        <p:spPr>
          <a:xfrm>
            <a:off x="10195560" y="3616452"/>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7"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4"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8745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4 minggu</a:t>
            </a:r>
            <a:endParaRPr lang="en-US" sz="3000" dirty="0"/>
          </a:p>
        </p:txBody>
      </p:sp>
      <p:sp>
        <p:nvSpPr>
          <p:cNvPr id="17" name="text"/>
          <p:cNvSpPr txBox="1"/>
          <p:nvPr/>
        </p:nvSpPr>
        <p:spPr>
          <a:xfrm>
            <a:off x="2697480" y="4023360"/>
            <a:ext cx="14630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pesaing 6 bulan</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4" name="card"/>
          <p:cNvSpPr/>
          <p:nvPr/>
        </p:nvSpPr>
        <p:spPr>
          <a:xfrm>
            <a:off x="10012680" y="4023360"/>
            <a:ext cx="1676095" cy="1508760"/>
          </a:xfrm>
          <a:prstGeom prst="roundRect">
            <a:avLst>
              <a:gd name="adj" fmla="val 12121"/>
            </a:avLst>
          </a:prstGeom>
          <a:solidFill>
            <a:srgbClr val="141417"/>
          </a:solidFill>
          <a:ln w="6350">
            <a:solidFill>
              <a:srgbClr val="141417"/>
            </a:solidFill>
            <a:prstDash val="solid"/>
          </a:ln>
        </p:spPr>
      </p:sp>
      <p:sp>
        <p:nvSpPr>
          <p:cNvPr id="25" name="text"/>
          <p:cNvSpPr txBox="1"/>
          <p:nvPr/>
        </p:nvSpPr>
        <p:spPr>
          <a:xfrm>
            <a:off x="10268712" y="4206240"/>
            <a:ext cx="116403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6" name="text"/>
          <p:cNvSpPr txBox="1"/>
          <p:nvPr/>
        </p:nvSpPr>
        <p:spPr>
          <a:xfrm>
            <a:off x="10268712" y="4809744"/>
            <a:ext cx="1164031" cy="64008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7"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10"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11"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2"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4"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5"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6"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7"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9"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20"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21"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2"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4"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5"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6"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7"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8"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9"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30"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31"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2"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3"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4"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5"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6"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12"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3"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4" name="card"/>
          <p:cNvSpPr/>
          <p:nvPr/>
        </p:nvSpPr>
        <p:spPr>
          <a:xfrm>
            <a:off x="7891272" y="173736"/>
            <a:ext cx="1271016" cy="329184"/>
          </a:xfrm>
          <a:prstGeom prst="roundRect">
            <a:avLst>
              <a:gd name="adj" fmla="val 138889"/>
            </a:avLst>
          </a:prstGeom>
          <a:solidFill>
            <a:srgbClr val="141417"/>
          </a:solidFill>
          <a:ln w="6350">
            <a:solidFill>
              <a:srgbClr val="141417"/>
            </a:solidFill>
            <a:prstDash val="solid"/>
          </a:ln>
        </p:spPr>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D4FC00"/>
                </a:solidFill>
                <a:latin typeface="Outfit SemiBold" pitchFamily="34" charset="0"/>
                <a:ea typeface="Outfit SemiBold" pitchFamily="34" charset="-122"/>
                <a:cs typeface="Outfit SemiBold"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8"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9"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20"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21" name="text"/>
          <p:cNvSpPr txBox="1"/>
          <p:nvPr/>
        </p:nvSpPr>
        <p:spPr>
          <a:xfrm>
            <a:off x="502920" y="3611880"/>
            <a:ext cx="5212080" cy="12801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22" name="Bekerja di laptop" descr="preencoded.png">    </p:cNvPr>
          <p:cNvPicPr>
            <a:picLocks noChangeAspect="1"/>
          </p:cNvPicPr>
          <p:nvPr/>
        </p:nvPicPr>
        <p:blipFill>
          <a:blip r:embed="rId2"/>
          <a:stretch>
            <a:fillRect/>
          </a:stretch>
        </p:blipFill>
        <p:spPr>
          <a:xfrm>
            <a:off x="502920" y="5029200"/>
            <a:ext cx="2377440" cy="1371600"/>
          </a:xfrm>
          <a:prstGeom prst="rect">
            <a:avLst/>
          </a:prstGeom>
        </p:spPr>
      </p:pic>
      <p:sp>
        <p:nvSpPr>
          <p:cNvPr id="23" name="badge"/>
          <p:cNvSpPr/>
          <p:nvPr/>
        </p:nvSpPr>
        <p:spPr>
          <a:xfrm>
            <a:off x="2514600" y="5166360"/>
            <a:ext cx="256032" cy="256032"/>
          </a:xfrm>
          <a:prstGeom prst="ellipse">
            <a:avLst/>
          </a:prstGeom>
          <a:solidFill>
            <a:srgbClr val="D4FC00"/>
          </a:solidFill>
          <a:ln w="6350">
            <a:solidFill>
              <a:srgbClr val="D4FC00"/>
            </a:solidFill>
            <a:prstDash val="solid"/>
          </a:ln>
        </p:spPr>
      </p:sp>
      <p:pic>
        <p:nvPicPr>
          <p:cNvPr id="24"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5"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6"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7" name="pill"/>
          <p:cNvSpPr/>
          <p:nvPr/>
        </p:nvSpPr>
        <p:spPr>
          <a:xfrm>
            <a:off x="9006840" y="4434840"/>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443484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9" name="pill"/>
          <p:cNvSpPr/>
          <p:nvPr/>
        </p:nvSpPr>
        <p:spPr>
          <a:xfrm>
            <a:off x="9006840" y="5038344"/>
            <a:ext cx="2788920" cy="420624"/>
          </a:xfrm>
          <a:prstGeom prst="roundRect">
            <a:avLst>
              <a:gd name="adj" fmla="val 108696"/>
            </a:avLst>
          </a:prstGeom>
          <a:solidFill>
            <a:srgbClr val="D4FC00"/>
          </a:solidFill>
          <a:ln w="9525">
            <a:solidFill>
              <a:srgbClr val="141417"/>
            </a:solidFill>
            <a:prstDash val="solid"/>
          </a:ln>
        </p:spPr>
      </p:sp>
      <p:sp>
        <p:nvSpPr>
          <p:cNvPr id="30" name="text"/>
          <p:cNvSpPr txBox="1"/>
          <p:nvPr/>
        </p:nvSpPr>
        <p:spPr>
          <a:xfrm>
            <a:off x="9116568" y="503834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31" name="pill"/>
          <p:cNvSpPr/>
          <p:nvPr/>
        </p:nvSpPr>
        <p:spPr>
          <a:xfrm>
            <a:off x="9006840" y="5641848"/>
            <a:ext cx="2788920" cy="420624"/>
          </a:xfrm>
          <a:prstGeom prst="roundRect">
            <a:avLst>
              <a:gd name="adj" fmla="val 108696"/>
            </a:avLst>
          </a:prstGeom>
          <a:solidFill>
            <a:srgbClr val="D4FC00"/>
          </a:solidFill>
          <a:ln w="9525">
            <a:solidFill>
              <a:srgbClr val="141417"/>
            </a:solidFill>
            <a:prstDash val="solid"/>
          </a:ln>
        </p:spPr>
      </p:sp>
      <p:sp>
        <p:nvSpPr>
          <p:cNvPr id="32" name="text"/>
          <p:cNvSpPr txBox="1"/>
          <p:nvPr/>
        </p:nvSpPr>
        <p:spPr>
          <a:xfrm>
            <a:off x="9116568" y="5641848"/>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a:t>
            </a:r>
            <a:endParaRPr lang="en-US" sz="3800" dirty="0"/>
          </a:p>
        </p:txBody>
      </p:sp>
      <p:sp>
        <p:nvSpPr>
          <p:cNvPr id="10"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3"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4"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5"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6"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7"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8"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9"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20"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21"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2"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3"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4"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5"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6"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7"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8"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9"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SATU PRINSIP: AKTIVITAS KRITIS MENJADI BUILDING BLOCKS</a:t>
            </a:r>
            <a:endParaRPr lang="en-US" sz="1500" dirty="0"/>
          </a:p>
        </p:txBody>
      </p:sp>
      <p:sp>
        <p:nvSpPr>
          <p:cNvPr id="30"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315200" cy="11887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10" name="card"/>
          <p:cNvSpPr/>
          <p:nvPr/>
        </p:nvSpPr>
        <p:spPr>
          <a:xfrm>
            <a:off x="502920" y="3063240"/>
            <a:ext cx="3429000" cy="3246120"/>
          </a:xfrm>
          <a:prstGeom prst="roundRect">
            <a:avLst>
              <a:gd name="adj" fmla="val 5634"/>
            </a:avLst>
          </a:prstGeom>
          <a:solidFill>
            <a:srgbClr val="141417"/>
          </a:solidFill>
          <a:ln w="6350">
            <a:solidFill>
              <a:srgbClr val="141417"/>
            </a:solidFill>
            <a:prstDash val="solid"/>
          </a:ln>
        </p:spPr>
      </p:sp>
      <p:sp>
        <p:nvSpPr>
          <p:cNvPr id="11" name="text"/>
          <p:cNvSpPr txBox="1"/>
          <p:nvPr/>
        </p:nvSpPr>
        <p:spPr>
          <a:xfrm>
            <a:off x="795528"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2" name="text"/>
          <p:cNvSpPr txBox="1"/>
          <p:nvPr/>
        </p:nvSpPr>
        <p:spPr>
          <a:xfrm>
            <a:off x="795528"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Akuntabel,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3" name="text"/>
          <p:cNvSpPr txBox="1"/>
          <p:nvPr/>
        </p:nvSpPr>
        <p:spPr>
          <a:xfrm>
            <a:off x="777240"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4" name="card"/>
          <p:cNvSpPr/>
          <p:nvPr/>
        </p:nvSpPr>
        <p:spPr>
          <a:xfrm>
            <a:off x="4087368" y="3063240"/>
            <a:ext cx="3429000" cy="3246120"/>
          </a:xfrm>
          <a:prstGeom prst="roundRect">
            <a:avLst>
              <a:gd name="adj" fmla="val 5634"/>
            </a:avLst>
          </a:prstGeom>
          <a:solidFill>
            <a:srgbClr val="D4FC00"/>
          </a:solidFill>
          <a:ln w="6350">
            <a:solidFill>
              <a:srgbClr val="D4FC00"/>
            </a:solidFill>
            <a:prstDash val="solid"/>
          </a:ln>
        </p:spPr>
      </p:sp>
      <p:sp>
        <p:nvSpPr>
          <p:cNvPr id="15" name="text"/>
          <p:cNvSpPr txBox="1"/>
          <p:nvPr/>
        </p:nvSpPr>
        <p:spPr>
          <a:xfrm>
            <a:off x="4379976"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6" name="text"/>
          <p:cNvSpPr txBox="1"/>
          <p:nvPr/>
        </p:nvSpPr>
        <p:spPr>
          <a:xfrm>
            <a:off x="4379976"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lini depan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dan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7" name="text"/>
          <p:cNvSpPr txBox="1"/>
          <p:nvPr/>
        </p:nvSpPr>
        <p:spPr>
          <a:xfrm>
            <a:off x="4361688"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8"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9" name="text"/>
          <p:cNvSpPr txBox="1"/>
          <p:nvPr/>
        </p:nvSpPr>
        <p:spPr>
          <a:xfrm>
            <a:off x="502920" y="21488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2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9"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0"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1"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Manajer dan karyawan yang tepat</a:t>
            </a:r>
            <a:endParaRPr lang="en-US" sz="1400" dirty="0"/>
          </a:p>
        </p:txBody>
      </p:sp>
      <p:sp>
        <p:nvSpPr>
          <p:cNvPr id="12"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3"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4"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5"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6"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7"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kerja</a:t>
            </a:r>
            <a:endParaRPr lang="en-US" sz="1400" dirty="0"/>
          </a:p>
        </p:txBody>
      </p:sp>
      <p:sp>
        <p:nvSpPr>
          <p:cNvPr id="18"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9" name="pill"/>
          <p:cNvSpPr/>
          <p:nvPr/>
        </p:nvSpPr>
        <p:spPr>
          <a:xfrm>
            <a:off x="502920" y="5897880"/>
            <a:ext cx="2194560" cy="420624"/>
          </a:xfrm>
          <a:prstGeom prst="roundRect">
            <a:avLst>
              <a:gd name="adj" fmla="val 108696"/>
            </a:avLst>
          </a:prstGeom>
          <a:solidFill>
            <a:srgbClr val="F4F4F4"/>
          </a:solidFill>
          <a:ln w="9525">
            <a:solidFill>
              <a:srgbClr val="141417"/>
            </a:solidFill>
            <a:prstDash val="solid"/>
          </a:ln>
        </p:spPr>
      </p:sp>
      <p:sp>
        <p:nvSpPr>
          <p:cNvPr id="20" name="text"/>
          <p:cNvSpPr txBox="1"/>
          <p:nvPr/>
        </p:nvSpPr>
        <p:spPr>
          <a:xfrm>
            <a:off x="61264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1" name="pill"/>
          <p:cNvSpPr/>
          <p:nvPr/>
        </p:nvSpPr>
        <p:spPr>
          <a:xfrm>
            <a:off x="2880360" y="5897880"/>
            <a:ext cx="2194560" cy="420624"/>
          </a:xfrm>
          <a:prstGeom prst="roundRect">
            <a:avLst>
              <a:gd name="adj" fmla="val 108696"/>
            </a:avLst>
          </a:prstGeom>
          <a:solidFill>
            <a:srgbClr val="F4F4F4"/>
          </a:solidFill>
          <a:ln w="9525">
            <a:solidFill>
              <a:srgbClr val="141417"/>
            </a:solidFill>
            <a:prstDash val="solid"/>
          </a:ln>
        </p:spPr>
      </p:sp>
      <p:sp>
        <p:nvSpPr>
          <p:cNvPr id="22" name="text"/>
          <p:cNvSpPr txBox="1"/>
          <p:nvPr/>
        </p:nvSpPr>
        <p:spPr>
          <a:xfrm>
            <a:off x="299008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3" name="pill"/>
          <p:cNvSpPr/>
          <p:nvPr/>
        </p:nvSpPr>
        <p:spPr>
          <a:xfrm>
            <a:off x="5257800" y="5897880"/>
            <a:ext cx="219456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536752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5"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2026-10-31T06:27:22Z</dcterms:created>
  <dcterms:modified xsi:type="dcterms:W3CDTF">2026-10-31T06:27:22Z</dcterms:modified>
</cp:coreProperties>
</file>